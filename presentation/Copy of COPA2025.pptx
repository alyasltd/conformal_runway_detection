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 id="2147483695" r:id="rId5"/>
    <p:sldMasterId id="2147483696"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embeddedFontLst>
    <p:embeddedFont>
      <p:font typeface="Lexend ExtraBold"/>
      <p:bold r:id="rId15"/>
    </p:embeddedFont>
    <p:embeddedFont>
      <p:font typeface="Roboto"/>
      <p:regular r:id="rId16"/>
      <p:bold r:id="rId17"/>
      <p:italic r:id="rId18"/>
      <p:boldItalic r:id="rId19"/>
    </p:embeddedFont>
    <p:embeddedFont>
      <p:font typeface="Lexend Light"/>
      <p:regular r:id="rId20"/>
      <p:bold r:id="rId21"/>
    </p:embeddedFont>
    <p:embeddedFont>
      <p:font typeface="Lexend Medium"/>
      <p:regular r:id="rId22"/>
      <p:bold r:id="rId23"/>
    </p:embeddedFont>
    <p:embeddedFont>
      <p:font typeface="Quattrocento Sans"/>
      <p:regular r:id="rId24"/>
      <p:bold r:id="rId25"/>
      <p:italic r:id="rId26"/>
      <p:boldItalic r:id="rId27"/>
    </p:embeddedFont>
    <p:embeddedFont>
      <p:font typeface="Lexend"/>
      <p:regular r:id="rId28"/>
      <p:bold r:id="rId29"/>
    </p:embeddedFont>
    <p:embeddedFont>
      <p:font typeface="Lexend ExtraLight"/>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Light-regular.fntdata"/><Relationship Id="rId22" Type="http://schemas.openxmlformats.org/officeDocument/2006/relationships/font" Target="fonts/LexendMedium-regular.fntdata"/><Relationship Id="rId21" Type="http://schemas.openxmlformats.org/officeDocument/2006/relationships/font" Target="fonts/LexendLight-bold.fntdata"/><Relationship Id="rId24" Type="http://schemas.openxmlformats.org/officeDocument/2006/relationships/font" Target="fonts/QuattrocentoSans-regular.fntdata"/><Relationship Id="rId23" Type="http://schemas.openxmlformats.org/officeDocument/2006/relationships/font" Target="fonts/Lexend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QuattrocentoSans-italic.fntdata"/><Relationship Id="rId25" Type="http://schemas.openxmlformats.org/officeDocument/2006/relationships/font" Target="fonts/QuattrocentoSans-bold.fntdata"/><Relationship Id="rId28" Type="http://schemas.openxmlformats.org/officeDocument/2006/relationships/font" Target="fonts/Lexend-regular.fntdata"/><Relationship Id="rId27" Type="http://schemas.openxmlformats.org/officeDocument/2006/relationships/font" Target="fonts/QuattrocentoSans-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Lexend-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exendExtraLight-bold.fntdata"/><Relationship Id="rId30" Type="http://schemas.openxmlformats.org/officeDocument/2006/relationships/font" Target="fonts/LexendExtraLight-regular.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font" Target="fonts/LexendExtraBold-bold.fntdata"/><Relationship Id="rId14" Type="http://schemas.openxmlformats.org/officeDocument/2006/relationships/slide" Target="slides/slide7.xml"/><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882147642f_2_315: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882147642f_2_31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882147642f_2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g3882147642f_2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
                <a:solidFill>
                  <a:schemeClr val="dk1"/>
                </a:solidFill>
              </a:rPr>
              <a:t> Le système doit respecter des contraintes computationnelles strictes (20 images par seconde sans recours à un GPU), garantir une robustesse face aux conditions opérationnelles difficiles, et offrir une explicabilité suffisante pour répondre aux exigences de certification.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882147642f_4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g3882147642f_4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SzPts val="1100"/>
              <a:buNone/>
            </a:pPr>
            <a:r>
              <a:rPr lang="en">
                <a:solidFill>
                  <a:schemeClr val="dk1"/>
                </a:solidFill>
              </a:rPr>
              <a:t>About our solution and contributions, we applied CP on this use case using the PUNCC library.  </a:t>
            </a:r>
            <a:endParaRPr>
              <a:solidFill>
                <a:schemeClr val="dk1"/>
              </a:solidFill>
            </a:endParaRPr>
          </a:p>
          <a:p>
            <a:pPr indent="0" lvl="0" marL="457200" rtl="0" algn="l">
              <a:lnSpc>
                <a:spcPct val="115000"/>
              </a:lnSpc>
              <a:spcBef>
                <a:spcPts val="1200"/>
              </a:spcBef>
              <a:spcAft>
                <a:spcPts val="0"/>
              </a:spcAft>
              <a:buSzPts val="1100"/>
              <a:buNone/>
            </a:pPr>
            <a:r>
              <a:rPr lang="en">
                <a:solidFill>
                  <a:schemeClr val="dk1"/>
                </a:solidFill>
              </a:rPr>
              <a:t>Then we introduce a new metric called C-mAP in order to evaluate object detection and robustness. </a:t>
            </a:r>
            <a:endParaRPr>
              <a:solidFill>
                <a:schemeClr val="dk1"/>
              </a:solidFill>
            </a:endParaRPr>
          </a:p>
          <a:p>
            <a:pPr indent="0" lvl="0" marL="457200" rtl="0" algn="l">
              <a:lnSpc>
                <a:spcPct val="115000"/>
              </a:lnSpc>
              <a:spcBef>
                <a:spcPts val="1200"/>
              </a:spcBef>
              <a:spcAft>
                <a:spcPts val="0"/>
              </a:spcAft>
              <a:buSzPts val="1100"/>
              <a:buNone/>
            </a:pPr>
            <a:r>
              <a:rPr lang="en">
                <a:solidFill>
                  <a:schemeClr val="dk1"/>
                </a:solidFill>
              </a:rPr>
              <a:t>And finally, all our results are open source to encourage further research in the area.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882273d41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g3882273d41f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
                <a:solidFill>
                  <a:schemeClr val="dk1"/>
                </a:solidFill>
              </a:rPr>
              <a:t> Le système doit respecter des contraintes computationnelles strictes (20 images par seconde sans recours à un GPU), garantir une robustesse face aux conditions opérationnelles difficiles, et offrir une explicabilité suffisante pour répondre aux exigences de certification.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882147642f_4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g3882147642f_4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those who are not really familiar with object detection model, I wanted to do a quick overview on the topic and especially YOLO. </a:t>
            </a:r>
            <a:endParaRPr/>
          </a:p>
          <a:p>
            <a:pPr indent="0" lvl="0" marL="0" rtl="0" algn="l">
              <a:lnSpc>
                <a:spcPct val="100000"/>
              </a:lnSpc>
              <a:spcBef>
                <a:spcPts val="0"/>
              </a:spcBef>
              <a:spcAft>
                <a:spcPts val="0"/>
              </a:spcAft>
              <a:buSzPts val="1100"/>
              <a:buNone/>
            </a:pPr>
            <a:r>
              <a:rPr lang="en"/>
              <a:t>YOLO or You Only Look Once is an object detection model that allows to identify and localize object within an image. It also classify the detected objects </a:t>
            </a:r>
            <a:endParaRPr/>
          </a:p>
          <a:p>
            <a:pPr indent="0" lvl="0" marL="0" rtl="0" algn="l">
              <a:lnSpc>
                <a:spcPct val="100000"/>
              </a:lnSpc>
              <a:spcBef>
                <a:spcPts val="0"/>
              </a:spcBef>
              <a:spcAft>
                <a:spcPts val="0"/>
              </a:spcAft>
              <a:buSzPts val="1100"/>
              <a:buNone/>
            </a:pPr>
            <a:r>
              <a:rPr lang="en"/>
              <a:t>into predefined categories.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particularity about YOLO is that it’s a single stage detector, which mean that it directly predicts the BBox and class probabilities for each detected object in a single pass through the network. This makes YOLO a low run-time model and provides very good accuracy.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An output tensor of YOLO looks in general like this *I show the tensor*, we have xywh which are the Bbox normalized coordinates of the XY center of the box and it’s height and width. Then YOLO computes the objectness score, it’s like a probability to indicate the presence of this object in the image, and finally we have the class probabilities vector. </a:t>
            </a:r>
            <a:endParaRPr/>
          </a:p>
          <a:p>
            <a:pPr indent="0" lvl="0" marL="0" rtl="0" algn="l">
              <a:lnSpc>
                <a:spcPct val="100000"/>
              </a:lnSpc>
              <a:spcBef>
                <a:spcPts val="0"/>
              </a:spcBef>
              <a:spcAft>
                <a:spcPts val="0"/>
              </a:spcAft>
              <a:buSzPts val="1100"/>
              <a:buNone/>
            </a:pPr>
            <a:r>
              <a:rPr lang="en"/>
              <a:t>If we have n classes to detect then the vector will be n probabilities long. But in our case, we only detect the runway.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Last, but not least, in general we can compute the confidence-score which can be seen as a proxy for uncertainty estimation in the literature but it doesn’t provide statistical guarantees.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882147642f_4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g3882147642f_4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 we focus on How to evaluate one box prediction and so we’ll be talking about IoU and IoA. </a:t>
            </a:r>
            <a:endParaRPr/>
          </a:p>
          <a:p>
            <a:pPr indent="0" lvl="0" marL="0" rtl="0" algn="l">
              <a:lnSpc>
                <a:spcPct val="100000"/>
              </a:lnSpc>
              <a:spcBef>
                <a:spcPts val="0"/>
              </a:spcBef>
              <a:spcAft>
                <a:spcPts val="0"/>
              </a:spcAft>
              <a:buSzPts val="1100"/>
              <a:buNone/>
            </a:pPr>
            <a:r>
              <a:rPr lang="en"/>
              <a:t>IoU (Intersection over Union) is a metric that evaluates the overlap between the predicted box and the GT box. The range of value is between 0 and 1 and the greater the overlap is the closer IoU is to 1.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IoA on the other hand, evaluate the GT box area covered by the predicted box. It’s also between 0 and 1 and the greater the GT is covered the closer IoA is to 1.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Here you have example of good IoU and IoA and a bad example.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882147642f_2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1" name="Google Shape;601;g3882147642f_2_5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
                <a:solidFill>
                  <a:schemeClr val="dk1"/>
                </a:solidFill>
              </a:rPr>
              <a:t>So our goal here is to adapt the AI model responsible for the detection a posteriori so that the predicted bounded boxes cover the GT with statistical guarantees.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As you can see here, this is what we want, in blue cyan we have the BBox originally computed by the object detector, then in red the GT and finally in orange the conformalized box that will be an improvement of the blue one.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In order to achieve that, we’ll apply conformal prediction on the object detection model’s output using the PUNCC library.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And we need to evaluate how the conformalization affects performance using dedicated, industrially relevant metrics.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jp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 Id="rId3"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5.pn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elfolie">
    <p:spTree>
      <p:nvGrpSpPr>
        <p:cNvPr id="56" name="Shape 56"/>
        <p:cNvGrpSpPr/>
        <p:nvPr/>
      </p:nvGrpSpPr>
      <p:grpSpPr>
        <a:xfrm>
          <a:off x="0" y="0"/>
          <a:ext cx="0" cy="0"/>
          <a:chOff x="0" y="0"/>
          <a:chExt cx="0" cy="0"/>
        </a:xfrm>
      </p:grpSpPr>
      <p:sp>
        <p:nvSpPr>
          <p:cNvPr id="57" name="Google Shape;57;p14"/>
          <p:cNvSpPr/>
          <p:nvPr/>
        </p:nvSpPr>
        <p:spPr>
          <a:xfrm>
            <a:off x="0" y="4068590"/>
            <a:ext cx="9144000" cy="107491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nvGrpSpPr>
          <p:cNvPr id="58" name="Google Shape;58;p14"/>
          <p:cNvGrpSpPr/>
          <p:nvPr/>
        </p:nvGrpSpPr>
        <p:grpSpPr>
          <a:xfrm>
            <a:off x="0" y="4059017"/>
            <a:ext cx="9144000" cy="46497"/>
            <a:chOff x="0" y="3175"/>
            <a:chExt cx="6736" cy="68"/>
          </a:xfrm>
        </p:grpSpPr>
        <p:sp>
          <p:nvSpPr>
            <p:cNvPr id="59" name="Google Shape;59;p14"/>
            <p:cNvSpPr/>
            <p:nvPr/>
          </p:nvSpPr>
          <p:spPr>
            <a:xfrm>
              <a:off x="0" y="3175"/>
              <a:ext cx="6733" cy="23"/>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sp>
          <p:nvSpPr>
            <p:cNvPr id="60" name="Google Shape;60;p14"/>
            <p:cNvSpPr/>
            <p:nvPr/>
          </p:nvSpPr>
          <p:spPr>
            <a:xfrm>
              <a:off x="1826" y="3175"/>
              <a:ext cx="4910" cy="6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sp>
        <p:nvSpPr>
          <p:cNvPr id="61" name="Google Shape;61;p14"/>
          <p:cNvSpPr txBox="1"/>
          <p:nvPr>
            <p:ph idx="1" type="body"/>
          </p:nvPr>
        </p:nvSpPr>
        <p:spPr>
          <a:xfrm>
            <a:off x="2478762" y="4453485"/>
            <a:ext cx="4523508" cy="595139"/>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1000"/>
              <a:buNone/>
              <a:defRPr sz="1000">
                <a:solidFill>
                  <a:schemeClr val="lt1"/>
                </a:solidFill>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62" name="Google Shape;62;p14"/>
          <p:cNvSpPr txBox="1"/>
          <p:nvPr>
            <p:ph type="ctrTitle"/>
          </p:nvPr>
        </p:nvSpPr>
        <p:spPr>
          <a:xfrm>
            <a:off x="2478762" y="2352501"/>
            <a:ext cx="4523508" cy="1038699"/>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Clr>
                <a:schemeClr val="lt1"/>
              </a:buClr>
              <a:buSzPts val="2300"/>
              <a:buFont typeface="Arial"/>
              <a:buNone/>
              <a:defRPr sz="23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4"/>
          <p:cNvSpPr txBox="1"/>
          <p:nvPr>
            <p:ph idx="2" type="subTitle"/>
          </p:nvPr>
        </p:nvSpPr>
        <p:spPr>
          <a:xfrm>
            <a:off x="2478762" y="3421257"/>
            <a:ext cx="4523508" cy="647333"/>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sz="1500">
                <a:solidFill>
                  <a:schemeClr val="lt1"/>
                </a:solidFill>
              </a:defRPr>
            </a:lvl1pPr>
            <a:lvl2pPr lvl="1" algn="l">
              <a:lnSpc>
                <a:spcPct val="113000"/>
              </a:lnSpc>
              <a:spcBef>
                <a:spcPts val="0"/>
              </a:spcBef>
              <a:spcAft>
                <a:spcPts val="0"/>
              </a:spcAft>
              <a:buClr>
                <a:srgbClr val="595959"/>
              </a:buClr>
              <a:buSzPts val="1400"/>
              <a:buChar char="–"/>
              <a:defRPr/>
            </a:lvl2pPr>
            <a:lvl3pPr lvl="2" algn="l">
              <a:lnSpc>
                <a:spcPct val="113000"/>
              </a:lnSpc>
              <a:spcBef>
                <a:spcPts val="0"/>
              </a:spcBef>
              <a:spcAft>
                <a:spcPts val="0"/>
              </a:spcAft>
              <a:buClr>
                <a:srgbClr val="595959"/>
              </a:buClr>
              <a:buSzPts val="1400"/>
              <a:buChar char="–"/>
              <a:defRPr/>
            </a:lvl3pPr>
            <a:lvl4pPr lvl="3" algn="l">
              <a:lnSpc>
                <a:spcPct val="113000"/>
              </a:lnSpc>
              <a:spcBef>
                <a:spcPts val="0"/>
              </a:spcBef>
              <a:spcAft>
                <a:spcPts val="0"/>
              </a:spcAft>
              <a:buClr>
                <a:srgbClr val="595959"/>
              </a:buClr>
              <a:buSzPts val="1400"/>
              <a:buChar char="–"/>
              <a:defRPr/>
            </a:lvl4pPr>
            <a:lvl5pPr lvl="4" algn="l">
              <a:lnSpc>
                <a:spcPct val="113000"/>
              </a:lnSpc>
              <a:spcBef>
                <a:spcPts val="0"/>
              </a:spcBef>
              <a:spcAft>
                <a:spcPts val="0"/>
              </a:spcAft>
              <a:buClr>
                <a:srgbClr val="595959"/>
              </a:buClr>
              <a:buSzPts val="1400"/>
              <a:buChar char="–"/>
              <a:defRPr/>
            </a:lvl5pPr>
            <a:lvl6pPr lvl="5" algn="l">
              <a:lnSpc>
                <a:spcPct val="113000"/>
              </a:lnSpc>
              <a:spcBef>
                <a:spcPts val="0"/>
              </a:spcBef>
              <a:spcAft>
                <a:spcPts val="0"/>
              </a:spcAft>
              <a:buClr>
                <a:srgbClr val="595959"/>
              </a:buClr>
              <a:buSzPts val="1400"/>
              <a:buChar char="–"/>
              <a:defRPr/>
            </a:lvl6pPr>
            <a:lvl7pPr lvl="6" algn="l">
              <a:lnSpc>
                <a:spcPct val="113000"/>
              </a:lnSpc>
              <a:spcBef>
                <a:spcPts val="0"/>
              </a:spcBef>
              <a:spcAft>
                <a:spcPts val="0"/>
              </a:spcAft>
              <a:buClr>
                <a:srgbClr val="595959"/>
              </a:buClr>
              <a:buSzPts val="1400"/>
              <a:buChar char="–"/>
              <a:defRPr/>
            </a:lvl7pPr>
            <a:lvl8pPr lvl="7" algn="l">
              <a:lnSpc>
                <a:spcPct val="113000"/>
              </a:lnSpc>
              <a:spcBef>
                <a:spcPts val="0"/>
              </a:spcBef>
              <a:spcAft>
                <a:spcPts val="0"/>
              </a:spcAft>
              <a:buClr>
                <a:srgbClr val="595959"/>
              </a:buClr>
              <a:buSzPts val="1400"/>
              <a:buChar char="–"/>
              <a:defRPr/>
            </a:lvl8pPr>
            <a:lvl9pPr lvl="8" algn="l">
              <a:lnSpc>
                <a:spcPct val="113000"/>
              </a:lnSpc>
              <a:spcBef>
                <a:spcPts val="0"/>
              </a:spcBef>
              <a:spcAft>
                <a:spcPts val="0"/>
              </a:spcAft>
              <a:buClr>
                <a:srgbClr val="595959"/>
              </a:buClr>
              <a:buSzPts val="1400"/>
              <a:buChar char="–"/>
              <a:defRPr/>
            </a:lvl9pPr>
          </a:lstStyle>
          <a:p/>
        </p:txBody>
      </p:sp>
      <p:grpSp>
        <p:nvGrpSpPr>
          <p:cNvPr id="64" name="Google Shape;64;p14"/>
          <p:cNvGrpSpPr/>
          <p:nvPr/>
        </p:nvGrpSpPr>
        <p:grpSpPr>
          <a:xfrm>
            <a:off x="7960932" y="4690841"/>
            <a:ext cx="999000" cy="184946"/>
            <a:chOff x="830300" y="1716088"/>
            <a:chExt cx="10058401" cy="1862137"/>
          </a:xfrm>
        </p:grpSpPr>
        <p:sp>
          <p:nvSpPr>
            <p:cNvPr id="65" name="Google Shape;65;p14"/>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66" name="Google Shape;66;p14"/>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67" name="Google Shape;67;p14"/>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68" name="Google Shape;68;p14"/>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69" name="Google Shape;69;p14"/>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70" name="Google Shape;70;p14"/>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pic>
        <p:nvPicPr>
          <p:cNvPr id="71" name="Google Shape;71;p14"/>
          <p:cNvPicPr preferRelativeResize="0"/>
          <p:nvPr/>
        </p:nvPicPr>
        <p:blipFill rotWithShape="1">
          <a:blip r:embed="rId2">
            <a:alphaModFix/>
          </a:blip>
          <a:srcRect b="0" l="0" r="0" t="0"/>
          <a:stretch/>
        </p:blipFill>
        <p:spPr>
          <a:xfrm>
            <a:off x="2478762" y="4236925"/>
            <a:ext cx="1449263" cy="89365"/>
          </a:xfrm>
          <a:prstGeom prst="rect">
            <a:avLst/>
          </a:prstGeom>
          <a:noFill/>
          <a:ln>
            <a:noFill/>
          </a:ln>
        </p:spPr>
      </p:pic>
      <p:sp>
        <p:nvSpPr>
          <p:cNvPr id="72" name="Google Shape;72;p14"/>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FE5000"/>
              </a:buClr>
              <a:buSzPts val="700"/>
              <a:buFont typeface="Arial"/>
              <a:buNone/>
            </a:pPr>
            <a:r>
              <a:rPr b="1" lang="en" sz="700" u="none">
                <a:solidFill>
                  <a:srgbClr val="FE5000"/>
                </a:solidFill>
                <a:latin typeface="Arial"/>
                <a:ea typeface="Arial"/>
                <a:cs typeface="Arial"/>
                <a:sym typeface="Arial"/>
              </a:rPr>
              <a:t>Airbus Amber</a:t>
            </a:r>
            <a:endParaRPr b="1" sz="700" u="none">
              <a:solidFill>
                <a:srgbClr val="FE5000"/>
              </a:solidFill>
              <a:latin typeface="Arial"/>
              <a:ea typeface="Arial"/>
              <a:cs typeface="Arial"/>
              <a:sym typeface="Arial"/>
            </a:endParaRPr>
          </a:p>
        </p:txBody>
      </p:sp>
      <p:pic>
        <p:nvPicPr>
          <p:cNvPr id="73" name="Google Shape;73;p14"/>
          <p:cNvPicPr preferRelativeResize="0"/>
          <p:nvPr>
            <p:ph idx="3" type="pic"/>
          </p:nvPr>
        </p:nvPicPr>
        <p:blipFill/>
        <p:spPr>
          <a:xfrm>
            <a:off x="0" y="0"/>
            <a:ext cx="9144000" cy="4068450"/>
          </a:xfrm>
          <a:prstGeom prst="rect">
            <a:avLst/>
          </a:prstGeom>
          <a:blipFill rotWithShape="1">
            <a:blip r:embed="rId3">
              <a:alphaModFix/>
            </a:blip>
            <a:stretch>
              <a:fillRect b="0" l="0" r="0" t="0"/>
            </a:stretch>
          </a:blip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customisable">
  <p:cSld name="Title slide alt customisable">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5"/>
          <p:cNvSpPr/>
          <p:nvPr/>
        </p:nvSpPr>
        <p:spPr>
          <a:xfrm>
            <a:off x="0" y="2718799"/>
            <a:ext cx="9144000" cy="2424713"/>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nvGrpSpPr>
          <p:cNvPr id="76" name="Google Shape;76;p15"/>
          <p:cNvGrpSpPr/>
          <p:nvPr/>
        </p:nvGrpSpPr>
        <p:grpSpPr>
          <a:xfrm>
            <a:off x="4073" y="2705123"/>
            <a:ext cx="9144000" cy="46498"/>
            <a:chOff x="3" y="1195"/>
            <a:chExt cx="6736" cy="68"/>
          </a:xfrm>
        </p:grpSpPr>
        <p:sp>
          <p:nvSpPr>
            <p:cNvPr id="77" name="Google Shape;77;p15"/>
            <p:cNvSpPr/>
            <p:nvPr/>
          </p:nvSpPr>
          <p:spPr>
            <a:xfrm>
              <a:off x="3" y="1195"/>
              <a:ext cx="6733" cy="23"/>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sp>
          <p:nvSpPr>
            <p:cNvPr id="78" name="Google Shape;78;p15"/>
            <p:cNvSpPr/>
            <p:nvPr/>
          </p:nvSpPr>
          <p:spPr>
            <a:xfrm>
              <a:off x="1829" y="1195"/>
              <a:ext cx="4910" cy="6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sp>
        <p:nvSpPr>
          <p:cNvPr id="79" name="Google Shape;79;p15"/>
          <p:cNvSpPr txBox="1"/>
          <p:nvPr>
            <p:ph type="ctrTitle"/>
          </p:nvPr>
        </p:nvSpPr>
        <p:spPr>
          <a:xfrm>
            <a:off x="2478762" y="3107485"/>
            <a:ext cx="4523508" cy="6534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Clr>
                <a:schemeClr val="lt1"/>
              </a:buClr>
              <a:buSzPts val="2300"/>
              <a:buFont typeface="Arial"/>
              <a:buNone/>
              <a:defRPr sz="23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5"/>
          <p:cNvSpPr txBox="1"/>
          <p:nvPr>
            <p:ph idx="1" type="subTitle"/>
          </p:nvPr>
        </p:nvSpPr>
        <p:spPr>
          <a:xfrm>
            <a:off x="2478762" y="3808483"/>
            <a:ext cx="4523508" cy="50889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sz="1500">
                <a:solidFill>
                  <a:schemeClr val="lt1"/>
                </a:solidFill>
              </a:defRPr>
            </a:lvl1pPr>
            <a:lvl2pPr lvl="1" algn="l">
              <a:lnSpc>
                <a:spcPct val="113000"/>
              </a:lnSpc>
              <a:spcBef>
                <a:spcPts val="0"/>
              </a:spcBef>
              <a:spcAft>
                <a:spcPts val="0"/>
              </a:spcAft>
              <a:buClr>
                <a:srgbClr val="595959"/>
              </a:buClr>
              <a:buSzPts val="1400"/>
              <a:buChar char="–"/>
              <a:defRPr/>
            </a:lvl2pPr>
            <a:lvl3pPr lvl="2" algn="l">
              <a:lnSpc>
                <a:spcPct val="113000"/>
              </a:lnSpc>
              <a:spcBef>
                <a:spcPts val="0"/>
              </a:spcBef>
              <a:spcAft>
                <a:spcPts val="0"/>
              </a:spcAft>
              <a:buClr>
                <a:srgbClr val="595959"/>
              </a:buClr>
              <a:buSzPts val="1400"/>
              <a:buChar char="–"/>
              <a:defRPr/>
            </a:lvl3pPr>
            <a:lvl4pPr lvl="3" algn="l">
              <a:lnSpc>
                <a:spcPct val="113000"/>
              </a:lnSpc>
              <a:spcBef>
                <a:spcPts val="0"/>
              </a:spcBef>
              <a:spcAft>
                <a:spcPts val="0"/>
              </a:spcAft>
              <a:buClr>
                <a:srgbClr val="595959"/>
              </a:buClr>
              <a:buSzPts val="1400"/>
              <a:buChar char="–"/>
              <a:defRPr/>
            </a:lvl4pPr>
            <a:lvl5pPr lvl="4" algn="l">
              <a:lnSpc>
                <a:spcPct val="113000"/>
              </a:lnSpc>
              <a:spcBef>
                <a:spcPts val="0"/>
              </a:spcBef>
              <a:spcAft>
                <a:spcPts val="0"/>
              </a:spcAft>
              <a:buClr>
                <a:srgbClr val="595959"/>
              </a:buClr>
              <a:buSzPts val="1400"/>
              <a:buChar char="–"/>
              <a:defRPr/>
            </a:lvl5pPr>
            <a:lvl6pPr lvl="5" algn="l">
              <a:lnSpc>
                <a:spcPct val="113000"/>
              </a:lnSpc>
              <a:spcBef>
                <a:spcPts val="0"/>
              </a:spcBef>
              <a:spcAft>
                <a:spcPts val="0"/>
              </a:spcAft>
              <a:buClr>
                <a:srgbClr val="595959"/>
              </a:buClr>
              <a:buSzPts val="1400"/>
              <a:buChar char="–"/>
              <a:defRPr/>
            </a:lvl6pPr>
            <a:lvl7pPr lvl="6" algn="l">
              <a:lnSpc>
                <a:spcPct val="113000"/>
              </a:lnSpc>
              <a:spcBef>
                <a:spcPts val="0"/>
              </a:spcBef>
              <a:spcAft>
                <a:spcPts val="0"/>
              </a:spcAft>
              <a:buClr>
                <a:srgbClr val="595959"/>
              </a:buClr>
              <a:buSzPts val="1400"/>
              <a:buChar char="–"/>
              <a:defRPr/>
            </a:lvl7pPr>
            <a:lvl8pPr lvl="7" algn="l">
              <a:lnSpc>
                <a:spcPct val="113000"/>
              </a:lnSpc>
              <a:spcBef>
                <a:spcPts val="0"/>
              </a:spcBef>
              <a:spcAft>
                <a:spcPts val="0"/>
              </a:spcAft>
              <a:buClr>
                <a:srgbClr val="595959"/>
              </a:buClr>
              <a:buSzPts val="1400"/>
              <a:buChar char="–"/>
              <a:defRPr/>
            </a:lvl8pPr>
            <a:lvl9pPr lvl="8" algn="l">
              <a:lnSpc>
                <a:spcPct val="113000"/>
              </a:lnSpc>
              <a:spcBef>
                <a:spcPts val="0"/>
              </a:spcBef>
              <a:spcAft>
                <a:spcPts val="0"/>
              </a:spcAft>
              <a:buClr>
                <a:srgbClr val="595959"/>
              </a:buClr>
              <a:buSzPts val="1400"/>
              <a:buChar char="–"/>
              <a:defRPr/>
            </a:lvl9pPr>
          </a:lstStyle>
          <a:p/>
        </p:txBody>
      </p:sp>
      <p:sp>
        <p:nvSpPr>
          <p:cNvPr id="81" name="Google Shape;81;p15"/>
          <p:cNvSpPr txBox="1"/>
          <p:nvPr>
            <p:ph idx="2" type="body"/>
          </p:nvPr>
        </p:nvSpPr>
        <p:spPr>
          <a:xfrm>
            <a:off x="2478762" y="4452300"/>
            <a:ext cx="4523508" cy="5940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1000"/>
              <a:buNone/>
              <a:defRPr sz="1000">
                <a:solidFill>
                  <a:schemeClr val="lt1"/>
                </a:solidFill>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82" name="Google Shape;82;p15"/>
          <p:cNvSpPr/>
          <p:nvPr>
            <p:ph idx="3" type="pic"/>
          </p:nvPr>
        </p:nvSpPr>
        <p:spPr>
          <a:xfrm>
            <a:off x="0" y="0"/>
            <a:ext cx="9144000" cy="2705123"/>
          </a:xfrm>
          <a:prstGeom prst="rect">
            <a:avLst/>
          </a:prstGeom>
          <a:noFill/>
          <a:ln>
            <a:noFill/>
          </a:ln>
        </p:spPr>
      </p:sp>
      <p:grpSp>
        <p:nvGrpSpPr>
          <p:cNvPr id="83" name="Google Shape;83;p15"/>
          <p:cNvGrpSpPr/>
          <p:nvPr/>
        </p:nvGrpSpPr>
        <p:grpSpPr>
          <a:xfrm>
            <a:off x="7960932" y="4690841"/>
            <a:ext cx="999000" cy="184946"/>
            <a:chOff x="830300" y="1716088"/>
            <a:chExt cx="10058401" cy="1862137"/>
          </a:xfrm>
        </p:grpSpPr>
        <p:sp>
          <p:nvSpPr>
            <p:cNvPr id="84" name="Google Shape;84;p15"/>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5" name="Google Shape;85;p15"/>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6" name="Google Shape;86;p15"/>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7" name="Google Shape;87;p15"/>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8" name="Google Shape;88;p15"/>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9" name="Google Shape;89;p15"/>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pic>
        <p:nvPicPr>
          <p:cNvPr id="90" name="Google Shape;90;p15"/>
          <p:cNvPicPr preferRelativeResize="0"/>
          <p:nvPr/>
        </p:nvPicPr>
        <p:blipFill rotWithShape="1">
          <a:blip r:embed="rId3">
            <a:alphaModFix/>
          </a:blip>
          <a:srcRect b="0" l="0" r="0" t="0"/>
          <a:stretch/>
        </p:blipFill>
        <p:spPr>
          <a:xfrm>
            <a:off x="2478762" y="2869012"/>
            <a:ext cx="1449263" cy="8936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p:cSld name="Title slide white">
    <p:bg>
      <p:bgPr>
        <a:solidFill>
          <a:schemeClr val="lt1"/>
        </a:solidFill>
      </p:bgPr>
    </p:bg>
    <p:spTree>
      <p:nvGrpSpPr>
        <p:cNvPr id="91" name="Shape 91"/>
        <p:cNvGrpSpPr/>
        <p:nvPr/>
      </p:nvGrpSpPr>
      <p:grpSpPr>
        <a:xfrm>
          <a:off x="0" y="0"/>
          <a:ext cx="0" cy="0"/>
          <a:chOff x="0" y="0"/>
          <a:chExt cx="0" cy="0"/>
        </a:xfrm>
      </p:grpSpPr>
      <p:pic>
        <p:nvPicPr>
          <p:cNvPr id="92" name="Google Shape;92;p1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93" name="Google Shape;93;p16"/>
          <p:cNvSpPr/>
          <p:nvPr/>
        </p:nvSpPr>
        <p:spPr>
          <a:xfrm>
            <a:off x="0" y="4068590"/>
            <a:ext cx="9144000" cy="107491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nvGrpSpPr>
          <p:cNvPr id="94" name="Google Shape;94;p16"/>
          <p:cNvGrpSpPr/>
          <p:nvPr/>
        </p:nvGrpSpPr>
        <p:grpSpPr>
          <a:xfrm>
            <a:off x="0" y="4059017"/>
            <a:ext cx="9144000" cy="46497"/>
            <a:chOff x="0" y="3175"/>
            <a:chExt cx="6736" cy="68"/>
          </a:xfrm>
        </p:grpSpPr>
        <p:sp>
          <p:nvSpPr>
            <p:cNvPr id="95" name="Google Shape;95;p16"/>
            <p:cNvSpPr/>
            <p:nvPr/>
          </p:nvSpPr>
          <p:spPr>
            <a:xfrm>
              <a:off x="0" y="3175"/>
              <a:ext cx="6733" cy="23"/>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sp>
          <p:nvSpPr>
            <p:cNvPr id="96" name="Google Shape;96;p16"/>
            <p:cNvSpPr/>
            <p:nvPr/>
          </p:nvSpPr>
          <p:spPr>
            <a:xfrm>
              <a:off x="1826" y="3175"/>
              <a:ext cx="4910" cy="6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sp>
        <p:nvSpPr>
          <p:cNvPr id="97" name="Google Shape;97;p16"/>
          <p:cNvSpPr txBox="1"/>
          <p:nvPr>
            <p:ph type="ctrTitle"/>
          </p:nvPr>
        </p:nvSpPr>
        <p:spPr>
          <a:xfrm>
            <a:off x="2478762" y="2383271"/>
            <a:ext cx="4523508" cy="1007929"/>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Clr>
                <a:schemeClr val="dk2"/>
              </a:buClr>
              <a:buSzPts val="2300"/>
              <a:buFont typeface="Arial"/>
              <a:buNone/>
              <a:defRPr sz="23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p16"/>
          <p:cNvSpPr txBox="1"/>
          <p:nvPr>
            <p:ph idx="1" type="subTitle"/>
          </p:nvPr>
        </p:nvSpPr>
        <p:spPr>
          <a:xfrm>
            <a:off x="2478762" y="3421257"/>
            <a:ext cx="4523508" cy="647333"/>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500"/>
              <a:buNone/>
              <a:defRPr sz="1500">
                <a:solidFill>
                  <a:schemeClr val="dk2"/>
                </a:solidFill>
              </a:defRPr>
            </a:lvl1pPr>
            <a:lvl2pPr lvl="1" algn="l">
              <a:lnSpc>
                <a:spcPct val="113000"/>
              </a:lnSpc>
              <a:spcBef>
                <a:spcPts val="0"/>
              </a:spcBef>
              <a:spcAft>
                <a:spcPts val="0"/>
              </a:spcAft>
              <a:buClr>
                <a:srgbClr val="595959"/>
              </a:buClr>
              <a:buSzPts val="1400"/>
              <a:buChar char="–"/>
              <a:defRPr/>
            </a:lvl2pPr>
            <a:lvl3pPr lvl="2" algn="l">
              <a:lnSpc>
                <a:spcPct val="113000"/>
              </a:lnSpc>
              <a:spcBef>
                <a:spcPts val="0"/>
              </a:spcBef>
              <a:spcAft>
                <a:spcPts val="0"/>
              </a:spcAft>
              <a:buClr>
                <a:srgbClr val="595959"/>
              </a:buClr>
              <a:buSzPts val="1400"/>
              <a:buChar char="–"/>
              <a:defRPr/>
            </a:lvl3pPr>
            <a:lvl4pPr lvl="3" algn="l">
              <a:lnSpc>
                <a:spcPct val="113000"/>
              </a:lnSpc>
              <a:spcBef>
                <a:spcPts val="0"/>
              </a:spcBef>
              <a:spcAft>
                <a:spcPts val="0"/>
              </a:spcAft>
              <a:buClr>
                <a:srgbClr val="595959"/>
              </a:buClr>
              <a:buSzPts val="1400"/>
              <a:buChar char="–"/>
              <a:defRPr/>
            </a:lvl4pPr>
            <a:lvl5pPr lvl="4" algn="l">
              <a:lnSpc>
                <a:spcPct val="113000"/>
              </a:lnSpc>
              <a:spcBef>
                <a:spcPts val="0"/>
              </a:spcBef>
              <a:spcAft>
                <a:spcPts val="0"/>
              </a:spcAft>
              <a:buClr>
                <a:srgbClr val="595959"/>
              </a:buClr>
              <a:buSzPts val="1400"/>
              <a:buChar char="–"/>
              <a:defRPr/>
            </a:lvl5pPr>
            <a:lvl6pPr lvl="5" algn="l">
              <a:lnSpc>
                <a:spcPct val="113000"/>
              </a:lnSpc>
              <a:spcBef>
                <a:spcPts val="0"/>
              </a:spcBef>
              <a:spcAft>
                <a:spcPts val="0"/>
              </a:spcAft>
              <a:buClr>
                <a:srgbClr val="595959"/>
              </a:buClr>
              <a:buSzPts val="1400"/>
              <a:buChar char="–"/>
              <a:defRPr/>
            </a:lvl6pPr>
            <a:lvl7pPr lvl="6" algn="l">
              <a:lnSpc>
                <a:spcPct val="113000"/>
              </a:lnSpc>
              <a:spcBef>
                <a:spcPts val="0"/>
              </a:spcBef>
              <a:spcAft>
                <a:spcPts val="0"/>
              </a:spcAft>
              <a:buClr>
                <a:srgbClr val="595959"/>
              </a:buClr>
              <a:buSzPts val="1400"/>
              <a:buChar char="–"/>
              <a:defRPr/>
            </a:lvl7pPr>
            <a:lvl8pPr lvl="7" algn="l">
              <a:lnSpc>
                <a:spcPct val="113000"/>
              </a:lnSpc>
              <a:spcBef>
                <a:spcPts val="0"/>
              </a:spcBef>
              <a:spcAft>
                <a:spcPts val="0"/>
              </a:spcAft>
              <a:buClr>
                <a:srgbClr val="595959"/>
              </a:buClr>
              <a:buSzPts val="1400"/>
              <a:buChar char="–"/>
              <a:defRPr/>
            </a:lvl8pPr>
            <a:lvl9pPr lvl="8" algn="l">
              <a:lnSpc>
                <a:spcPct val="113000"/>
              </a:lnSpc>
              <a:spcBef>
                <a:spcPts val="0"/>
              </a:spcBef>
              <a:spcAft>
                <a:spcPts val="0"/>
              </a:spcAft>
              <a:buClr>
                <a:srgbClr val="595959"/>
              </a:buClr>
              <a:buSzPts val="1400"/>
              <a:buChar char="–"/>
              <a:defRPr/>
            </a:lvl9pPr>
          </a:lstStyle>
          <a:p/>
        </p:txBody>
      </p:sp>
      <p:sp>
        <p:nvSpPr>
          <p:cNvPr id="99" name="Google Shape;99;p16"/>
          <p:cNvSpPr txBox="1"/>
          <p:nvPr>
            <p:ph idx="2" type="body"/>
          </p:nvPr>
        </p:nvSpPr>
        <p:spPr>
          <a:xfrm>
            <a:off x="2478762" y="4453485"/>
            <a:ext cx="4523508" cy="595139"/>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1000"/>
              <a:buNone/>
              <a:defRPr sz="1000">
                <a:solidFill>
                  <a:schemeClr val="lt1"/>
                </a:solidFill>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grpSp>
        <p:nvGrpSpPr>
          <p:cNvPr id="100" name="Google Shape;100;p16"/>
          <p:cNvGrpSpPr/>
          <p:nvPr/>
        </p:nvGrpSpPr>
        <p:grpSpPr>
          <a:xfrm>
            <a:off x="7960932" y="4690841"/>
            <a:ext cx="999000" cy="184946"/>
            <a:chOff x="830300" y="1716088"/>
            <a:chExt cx="10058401" cy="1862137"/>
          </a:xfrm>
        </p:grpSpPr>
        <p:sp>
          <p:nvSpPr>
            <p:cNvPr id="101" name="Google Shape;101;p16"/>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2" name="Google Shape;102;p16"/>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3" name="Google Shape;103;p16"/>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4" name="Google Shape;104;p16"/>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5" name="Google Shape;105;p16"/>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6" name="Google Shape;106;p16"/>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107" name="Google Shape;107;p16"/>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108" name="Google Shape;108;p16"/>
          <p:cNvPicPr preferRelativeResize="0"/>
          <p:nvPr/>
        </p:nvPicPr>
        <p:blipFill rotWithShape="1">
          <a:blip r:embed="rId3">
            <a:alphaModFix/>
          </a:blip>
          <a:srcRect b="0" l="0" r="0" t="0"/>
          <a:stretch/>
        </p:blipFill>
        <p:spPr>
          <a:xfrm>
            <a:off x="2478762" y="4236925"/>
            <a:ext cx="1449263" cy="8936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lt1"/>
        </a:solidFill>
      </p:bgPr>
    </p:bg>
    <p:spTree>
      <p:nvGrpSpPr>
        <p:cNvPr id="109" name="Shape 109"/>
        <p:cNvGrpSpPr/>
        <p:nvPr/>
      </p:nvGrpSpPr>
      <p:grpSpPr>
        <a:xfrm>
          <a:off x="0" y="0"/>
          <a:ext cx="0" cy="0"/>
          <a:chOff x="0" y="0"/>
          <a:chExt cx="0" cy="0"/>
        </a:xfrm>
      </p:grpSpPr>
      <p:pic>
        <p:nvPicPr>
          <p:cNvPr id="110" name="Google Shape;110;p17"/>
          <p:cNvPicPr preferRelativeResize="0"/>
          <p:nvPr/>
        </p:nvPicPr>
        <p:blipFill rotWithShape="1">
          <a:blip r:embed="rId2">
            <a:alphaModFix/>
          </a:blip>
          <a:srcRect b="0" l="0" r="0" t="0"/>
          <a:stretch/>
        </p:blipFill>
        <p:spPr>
          <a:xfrm>
            <a:off x="6858" y="4572"/>
            <a:ext cx="9146545" cy="4430507"/>
          </a:xfrm>
          <a:prstGeom prst="rect">
            <a:avLst/>
          </a:prstGeom>
          <a:noFill/>
          <a:ln>
            <a:noFill/>
          </a:ln>
        </p:spPr>
      </p:pic>
      <p:sp>
        <p:nvSpPr>
          <p:cNvPr id="111" name="Google Shape;111;p17"/>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sz="600">
                <a:solidFill>
                  <a:srgbClr val="888888"/>
                </a:solidFill>
                <a:latin typeface="Arial"/>
                <a:ea typeface="Arial"/>
                <a:cs typeface="Arial"/>
                <a:sym typeface="Arial"/>
              </a:defRPr>
            </a:lvl1pPr>
            <a:lvl2pPr indent="0" lvl="1" marL="0" algn="l">
              <a:lnSpc>
                <a:spcPct val="100000"/>
              </a:lnSpc>
              <a:spcBef>
                <a:spcPts val="0"/>
              </a:spcBef>
              <a:buNone/>
              <a:defRPr sz="600">
                <a:solidFill>
                  <a:srgbClr val="888888"/>
                </a:solidFill>
                <a:latin typeface="Arial"/>
                <a:ea typeface="Arial"/>
                <a:cs typeface="Arial"/>
                <a:sym typeface="Arial"/>
              </a:defRPr>
            </a:lvl2pPr>
            <a:lvl3pPr indent="0" lvl="2" marL="0" algn="l">
              <a:lnSpc>
                <a:spcPct val="100000"/>
              </a:lnSpc>
              <a:spcBef>
                <a:spcPts val="0"/>
              </a:spcBef>
              <a:buNone/>
              <a:defRPr sz="600">
                <a:solidFill>
                  <a:srgbClr val="888888"/>
                </a:solidFill>
                <a:latin typeface="Arial"/>
                <a:ea typeface="Arial"/>
                <a:cs typeface="Arial"/>
                <a:sym typeface="Arial"/>
              </a:defRPr>
            </a:lvl3pPr>
            <a:lvl4pPr indent="0" lvl="3" marL="0" algn="l">
              <a:lnSpc>
                <a:spcPct val="100000"/>
              </a:lnSpc>
              <a:spcBef>
                <a:spcPts val="0"/>
              </a:spcBef>
              <a:buNone/>
              <a:defRPr sz="600">
                <a:solidFill>
                  <a:srgbClr val="888888"/>
                </a:solidFill>
                <a:latin typeface="Arial"/>
                <a:ea typeface="Arial"/>
                <a:cs typeface="Arial"/>
                <a:sym typeface="Arial"/>
              </a:defRPr>
            </a:lvl4pPr>
            <a:lvl5pPr indent="0" lvl="4" marL="0" algn="l">
              <a:lnSpc>
                <a:spcPct val="100000"/>
              </a:lnSpc>
              <a:spcBef>
                <a:spcPts val="0"/>
              </a:spcBef>
              <a:buNone/>
              <a:defRPr sz="600">
                <a:solidFill>
                  <a:srgbClr val="888888"/>
                </a:solidFill>
                <a:latin typeface="Arial"/>
                <a:ea typeface="Arial"/>
                <a:cs typeface="Arial"/>
                <a:sym typeface="Arial"/>
              </a:defRPr>
            </a:lvl5pPr>
            <a:lvl6pPr indent="0" lvl="5" marL="0" algn="l">
              <a:lnSpc>
                <a:spcPct val="100000"/>
              </a:lnSpc>
              <a:spcBef>
                <a:spcPts val="0"/>
              </a:spcBef>
              <a:buNone/>
              <a:defRPr sz="600">
                <a:solidFill>
                  <a:srgbClr val="888888"/>
                </a:solidFill>
                <a:latin typeface="Arial"/>
                <a:ea typeface="Arial"/>
                <a:cs typeface="Arial"/>
                <a:sym typeface="Arial"/>
              </a:defRPr>
            </a:lvl6pPr>
            <a:lvl7pPr indent="0" lvl="6" marL="0" algn="l">
              <a:lnSpc>
                <a:spcPct val="100000"/>
              </a:lnSpc>
              <a:spcBef>
                <a:spcPts val="0"/>
              </a:spcBef>
              <a:buNone/>
              <a:defRPr sz="600">
                <a:solidFill>
                  <a:srgbClr val="888888"/>
                </a:solidFill>
                <a:latin typeface="Arial"/>
                <a:ea typeface="Arial"/>
                <a:cs typeface="Arial"/>
                <a:sym typeface="Arial"/>
              </a:defRPr>
            </a:lvl7pPr>
            <a:lvl8pPr indent="0" lvl="7" marL="0" algn="l">
              <a:lnSpc>
                <a:spcPct val="100000"/>
              </a:lnSpc>
              <a:spcBef>
                <a:spcPts val="0"/>
              </a:spcBef>
              <a:buNone/>
              <a:defRPr sz="600">
                <a:solidFill>
                  <a:srgbClr val="888888"/>
                </a:solidFill>
                <a:latin typeface="Arial"/>
                <a:ea typeface="Arial"/>
                <a:cs typeface="Arial"/>
                <a:sym typeface="Arial"/>
              </a:defRPr>
            </a:lvl8pPr>
            <a:lvl9pPr indent="0" lvl="8" marL="0" algn="l">
              <a:lnSpc>
                <a:spcPct val="100000"/>
              </a:lnSpc>
              <a:spcBef>
                <a:spcPts val="0"/>
              </a:spcBef>
              <a:buNone/>
              <a:defRPr sz="600">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2" name="Google Shape;112;p17"/>
          <p:cNvSpPr txBox="1"/>
          <p:nvPr>
            <p:ph type="title"/>
          </p:nvPr>
        </p:nvSpPr>
        <p:spPr>
          <a:xfrm>
            <a:off x="359569" y="490268"/>
            <a:ext cx="8430131"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p17"/>
          <p:cNvSpPr txBox="1"/>
          <p:nvPr>
            <p:ph idx="1" type="body"/>
          </p:nvPr>
        </p:nvSpPr>
        <p:spPr>
          <a:xfrm>
            <a:off x="359569" y="1174499"/>
            <a:ext cx="4063760" cy="3260579"/>
          </a:xfrm>
          <a:prstGeom prst="rect">
            <a:avLst/>
          </a:prstGeom>
          <a:noFill/>
          <a:ln>
            <a:noFill/>
          </a:ln>
        </p:spPr>
        <p:txBody>
          <a:bodyPr anchorCtr="0" anchor="t" bIns="0" lIns="0" spcFirstLastPara="1" rIns="0" wrap="square" tIns="0">
            <a:noAutofit/>
          </a:bodyPr>
          <a:lstStyle>
            <a:lvl1pPr indent="-349250" lvl="0" marL="457200" algn="l">
              <a:lnSpc>
                <a:spcPct val="114000"/>
              </a:lnSpc>
              <a:spcBef>
                <a:spcPts val="0"/>
              </a:spcBef>
              <a:spcAft>
                <a:spcPts val="0"/>
              </a:spcAft>
              <a:buClr>
                <a:srgbClr val="595959"/>
              </a:buClr>
              <a:buSzPts val="1900"/>
              <a:buFont typeface="Arial"/>
              <a:buChar char="–"/>
              <a:defRPr sz="1900"/>
            </a:lvl1pPr>
            <a:lvl2pPr indent="-349250" lvl="1" marL="914400" algn="l">
              <a:lnSpc>
                <a:spcPct val="114000"/>
              </a:lnSpc>
              <a:spcBef>
                <a:spcPts val="0"/>
              </a:spcBef>
              <a:spcAft>
                <a:spcPts val="0"/>
              </a:spcAft>
              <a:buClr>
                <a:srgbClr val="595959"/>
              </a:buClr>
              <a:buSzPts val="1900"/>
              <a:buChar char="–"/>
              <a:defRPr sz="1900"/>
            </a:lvl2pPr>
            <a:lvl3pPr indent="-349250" lvl="2" marL="1371600" algn="l">
              <a:lnSpc>
                <a:spcPct val="114000"/>
              </a:lnSpc>
              <a:spcBef>
                <a:spcPts val="0"/>
              </a:spcBef>
              <a:spcAft>
                <a:spcPts val="0"/>
              </a:spcAft>
              <a:buClr>
                <a:srgbClr val="595959"/>
              </a:buClr>
              <a:buSzPts val="1900"/>
              <a:buChar char="–"/>
              <a:defRPr sz="1900"/>
            </a:lvl3pPr>
            <a:lvl4pPr indent="-349250" lvl="3" marL="1828800" algn="l">
              <a:lnSpc>
                <a:spcPct val="114000"/>
              </a:lnSpc>
              <a:spcBef>
                <a:spcPts val="0"/>
              </a:spcBef>
              <a:spcAft>
                <a:spcPts val="0"/>
              </a:spcAft>
              <a:buClr>
                <a:srgbClr val="595959"/>
              </a:buClr>
              <a:buSzPts val="1900"/>
              <a:buChar char="–"/>
              <a:defRPr sz="1900"/>
            </a:lvl4pPr>
            <a:lvl5pPr indent="-349250" lvl="4" marL="2286000" algn="l">
              <a:lnSpc>
                <a:spcPct val="114000"/>
              </a:lnSpc>
              <a:spcBef>
                <a:spcPts val="0"/>
              </a:spcBef>
              <a:spcAft>
                <a:spcPts val="0"/>
              </a:spcAft>
              <a:buClr>
                <a:srgbClr val="595959"/>
              </a:buClr>
              <a:buSzPts val="1900"/>
              <a:buChar char="–"/>
              <a:defRPr sz="1900"/>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14" name="Google Shape;114;p17"/>
          <p:cNvSpPr txBox="1"/>
          <p:nvPr>
            <p:ph idx="2" type="body"/>
          </p:nvPr>
        </p:nvSpPr>
        <p:spPr>
          <a:xfrm>
            <a:off x="4725939" y="1174499"/>
            <a:ext cx="4063760" cy="3260579"/>
          </a:xfrm>
          <a:prstGeom prst="rect">
            <a:avLst/>
          </a:prstGeom>
          <a:noFill/>
          <a:ln>
            <a:noFill/>
          </a:ln>
        </p:spPr>
        <p:txBody>
          <a:bodyPr anchorCtr="0" anchor="t" bIns="0" lIns="0" spcFirstLastPara="1" rIns="0" wrap="square" tIns="0">
            <a:noAutofit/>
          </a:bodyPr>
          <a:lstStyle>
            <a:lvl1pPr indent="-349250" lvl="0" marL="457200" algn="l">
              <a:lnSpc>
                <a:spcPct val="114000"/>
              </a:lnSpc>
              <a:spcBef>
                <a:spcPts val="0"/>
              </a:spcBef>
              <a:spcAft>
                <a:spcPts val="0"/>
              </a:spcAft>
              <a:buClr>
                <a:srgbClr val="595959"/>
              </a:buClr>
              <a:buSzPts val="1900"/>
              <a:buFont typeface="Arial"/>
              <a:buChar char="–"/>
              <a:defRPr sz="1900"/>
            </a:lvl1pPr>
            <a:lvl2pPr indent="-349250" lvl="1" marL="914400" algn="l">
              <a:lnSpc>
                <a:spcPct val="114000"/>
              </a:lnSpc>
              <a:spcBef>
                <a:spcPts val="0"/>
              </a:spcBef>
              <a:spcAft>
                <a:spcPts val="0"/>
              </a:spcAft>
              <a:buClr>
                <a:srgbClr val="595959"/>
              </a:buClr>
              <a:buSzPts val="1900"/>
              <a:buChar char="–"/>
              <a:defRPr sz="1900"/>
            </a:lvl2pPr>
            <a:lvl3pPr indent="-349250" lvl="2" marL="1371600" algn="l">
              <a:lnSpc>
                <a:spcPct val="114000"/>
              </a:lnSpc>
              <a:spcBef>
                <a:spcPts val="0"/>
              </a:spcBef>
              <a:spcAft>
                <a:spcPts val="0"/>
              </a:spcAft>
              <a:buClr>
                <a:srgbClr val="595959"/>
              </a:buClr>
              <a:buSzPts val="1900"/>
              <a:buChar char="–"/>
              <a:defRPr sz="1900"/>
            </a:lvl3pPr>
            <a:lvl4pPr indent="-349250" lvl="3" marL="1828800" algn="l">
              <a:lnSpc>
                <a:spcPct val="114000"/>
              </a:lnSpc>
              <a:spcBef>
                <a:spcPts val="0"/>
              </a:spcBef>
              <a:spcAft>
                <a:spcPts val="0"/>
              </a:spcAft>
              <a:buClr>
                <a:srgbClr val="595959"/>
              </a:buClr>
              <a:buSzPts val="1900"/>
              <a:buChar char="–"/>
              <a:defRPr sz="1900"/>
            </a:lvl4pPr>
            <a:lvl5pPr indent="-349250" lvl="4" marL="2286000" algn="l">
              <a:lnSpc>
                <a:spcPct val="114000"/>
              </a:lnSpc>
              <a:spcBef>
                <a:spcPts val="0"/>
              </a:spcBef>
              <a:spcAft>
                <a:spcPts val="0"/>
              </a:spcAft>
              <a:buClr>
                <a:srgbClr val="595959"/>
              </a:buClr>
              <a:buSzPts val="1900"/>
              <a:buChar char="–"/>
              <a:defRPr sz="1900"/>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15" name="Google Shape;115;p17"/>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FE5000"/>
              </a:buClr>
              <a:buSzPts val="700"/>
              <a:buFont typeface="Arial"/>
              <a:buNone/>
            </a:pPr>
            <a:r>
              <a:rPr b="1" lang="en" sz="700">
                <a:solidFill>
                  <a:srgbClr val="FE5000"/>
                </a:solidFill>
                <a:latin typeface="Arial"/>
                <a:ea typeface="Arial"/>
                <a:cs typeface="Arial"/>
                <a:sym typeface="Arial"/>
              </a:rPr>
              <a:t>Airbus Amber</a:t>
            </a:r>
            <a:endParaRPr b="1" sz="700">
              <a:solidFill>
                <a:srgbClr val="FE5000"/>
              </a:solidFill>
              <a:latin typeface="Arial"/>
              <a:ea typeface="Arial"/>
              <a:cs typeface="Arial"/>
              <a:sym typeface="Arial"/>
            </a:endParaRPr>
          </a:p>
        </p:txBody>
      </p:sp>
      <p:pic>
        <p:nvPicPr>
          <p:cNvPr id="116" name="Google Shape;116;p17"/>
          <p:cNvPicPr preferRelativeResize="0"/>
          <p:nvPr/>
        </p:nvPicPr>
        <p:blipFill rotWithShape="1">
          <a:blip r:embed="rId3">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content">
  <p:cSld name="Header and content">
    <p:spTree>
      <p:nvGrpSpPr>
        <p:cNvPr id="117" name="Shape 117"/>
        <p:cNvGrpSpPr/>
        <p:nvPr/>
      </p:nvGrpSpPr>
      <p:grpSpPr>
        <a:xfrm>
          <a:off x="0" y="0"/>
          <a:ext cx="0" cy="0"/>
          <a:chOff x="0" y="0"/>
          <a:chExt cx="0" cy="0"/>
        </a:xfrm>
      </p:grpSpPr>
      <p:sp>
        <p:nvSpPr>
          <p:cNvPr id="118" name="Google Shape;118;p18"/>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18"/>
          <p:cNvSpPr txBox="1"/>
          <p:nvPr>
            <p:ph idx="1" type="body"/>
          </p:nvPr>
        </p:nvSpPr>
        <p:spPr>
          <a:xfrm>
            <a:off x="359100" y="1176720"/>
            <a:ext cx="8424000" cy="3263504"/>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20" name="Google Shape;120;p18"/>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id="121" name="Google Shape;121;p18"/>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two columns">
  <p:cSld name="Header and two columns">
    <p:spTree>
      <p:nvGrpSpPr>
        <p:cNvPr id="122" name="Shape 122"/>
        <p:cNvGrpSpPr/>
        <p:nvPr/>
      </p:nvGrpSpPr>
      <p:grpSpPr>
        <a:xfrm>
          <a:off x="0" y="0"/>
          <a:ext cx="0" cy="0"/>
          <a:chOff x="0" y="0"/>
          <a:chExt cx="0" cy="0"/>
        </a:xfrm>
      </p:grpSpPr>
      <p:sp>
        <p:nvSpPr>
          <p:cNvPr id="123" name="Google Shape;123;p19"/>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19"/>
          <p:cNvSpPr txBox="1"/>
          <p:nvPr>
            <p:ph idx="1" type="body"/>
          </p:nvPr>
        </p:nvSpPr>
        <p:spPr>
          <a:xfrm>
            <a:off x="359569" y="1174499"/>
            <a:ext cx="4063760" cy="3233195"/>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25" name="Google Shape;125;p19"/>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26" name="Google Shape;126;p19"/>
          <p:cNvSpPr txBox="1"/>
          <p:nvPr>
            <p:ph idx="2" type="body"/>
          </p:nvPr>
        </p:nvSpPr>
        <p:spPr>
          <a:xfrm>
            <a:off x="4725939" y="1174499"/>
            <a:ext cx="4063760" cy="3233194"/>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pic>
        <p:nvPicPr>
          <p:cNvPr id="127" name="Google Shape;127;p19"/>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three columns">
  <p:cSld name="Header and three columns">
    <p:spTree>
      <p:nvGrpSpPr>
        <p:cNvPr id="128" name="Shape 128"/>
        <p:cNvGrpSpPr/>
        <p:nvPr/>
      </p:nvGrpSpPr>
      <p:grpSpPr>
        <a:xfrm>
          <a:off x="0" y="0"/>
          <a:ext cx="0" cy="0"/>
          <a:chOff x="0" y="0"/>
          <a:chExt cx="0" cy="0"/>
        </a:xfrm>
      </p:grpSpPr>
      <p:sp>
        <p:nvSpPr>
          <p:cNvPr id="129" name="Google Shape;129;p20"/>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0" name="Google Shape;130;p20"/>
          <p:cNvSpPr txBox="1"/>
          <p:nvPr>
            <p:ph idx="1" type="body"/>
          </p:nvPr>
        </p:nvSpPr>
        <p:spPr>
          <a:xfrm>
            <a:off x="359569" y="1174499"/>
            <a:ext cx="2700000" cy="3233194"/>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31" name="Google Shape;131;p20"/>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32" name="Google Shape;132;p20"/>
          <p:cNvSpPr txBox="1"/>
          <p:nvPr>
            <p:ph idx="2" type="body"/>
          </p:nvPr>
        </p:nvSpPr>
        <p:spPr>
          <a:xfrm>
            <a:off x="3221063" y="1174499"/>
            <a:ext cx="2700000" cy="3233194"/>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33" name="Google Shape;133;p20"/>
          <p:cNvSpPr txBox="1"/>
          <p:nvPr>
            <p:ph idx="3" type="body"/>
          </p:nvPr>
        </p:nvSpPr>
        <p:spPr>
          <a:xfrm>
            <a:off x="6087822" y="1176934"/>
            <a:ext cx="2700000" cy="3230760"/>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pic>
        <p:nvPicPr>
          <p:cNvPr id="134" name="Google Shape;134;p20"/>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showMasterSp="0">
  <p:cSld name="Picture">
    <p:bg>
      <p:bgPr>
        <a:solidFill>
          <a:srgbClr val="D8D8D8"/>
        </a:solidFill>
      </p:bgPr>
    </p:bg>
    <p:spTree>
      <p:nvGrpSpPr>
        <p:cNvPr id="135" name="Shape 135"/>
        <p:cNvGrpSpPr/>
        <p:nvPr/>
      </p:nvGrpSpPr>
      <p:grpSpPr>
        <a:xfrm>
          <a:off x="0" y="0"/>
          <a:ext cx="0" cy="0"/>
          <a:chOff x="0" y="0"/>
          <a:chExt cx="0" cy="0"/>
        </a:xfrm>
      </p:grpSpPr>
      <p:sp>
        <p:nvSpPr>
          <p:cNvPr id="136" name="Google Shape;136;p21"/>
          <p:cNvSpPr/>
          <p:nvPr>
            <p:ph idx="2" type="pic"/>
          </p:nvPr>
        </p:nvSpPr>
        <p:spPr>
          <a:xfrm>
            <a:off x="0" y="0"/>
            <a:ext cx="9144000" cy="5143500"/>
          </a:xfrm>
          <a:prstGeom prst="rect">
            <a:avLst/>
          </a:prstGeom>
          <a:noFill/>
          <a:ln>
            <a:noFill/>
          </a:ln>
        </p:spPr>
      </p:sp>
      <p:sp>
        <p:nvSpPr>
          <p:cNvPr id="137" name="Google Shape;137;p21"/>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grpSp>
        <p:nvGrpSpPr>
          <p:cNvPr id="138" name="Google Shape;138;p21"/>
          <p:cNvGrpSpPr/>
          <p:nvPr/>
        </p:nvGrpSpPr>
        <p:grpSpPr>
          <a:xfrm>
            <a:off x="8139028" y="4846721"/>
            <a:ext cx="810007" cy="151732"/>
            <a:chOff x="1925" y="0"/>
            <a:chExt cx="3000025" cy="3010550"/>
          </a:xfrm>
        </p:grpSpPr>
        <p:sp>
          <p:nvSpPr>
            <p:cNvPr id="139" name="Google Shape;139;p21"/>
            <p:cNvSpPr/>
            <p:nvPr/>
          </p:nvSpPr>
          <p:spPr>
            <a:xfrm>
              <a:off x="905025" y="52625"/>
              <a:ext cx="478700" cy="2894750"/>
            </a:xfrm>
            <a:custGeom>
              <a:rect b="b" l="l" r="r" t="t"/>
              <a:pathLst>
                <a:path extrusionOk="0" h="115790" w="19148">
                  <a:moveTo>
                    <a:pt x="1" y="0"/>
                  </a:moveTo>
                  <a:cubicBezTo>
                    <a:pt x="1" y="115790"/>
                    <a:pt x="1" y="115790"/>
                    <a:pt x="1" y="115790"/>
                  </a:cubicBezTo>
                  <a:lnTo>
                    <a:pt x="5194" y="115790"/>
                  </a:lnTo>
                  <a:cubicBezTo>
                    <a:pt x="5194" y="25263"/>
                    <a:pt x="5194" y="25263"/>
                    <a:pt x="5194" y="25263"/>
                  </a:cubicBezTo>
                  <a:lnTo>
                    <a:pt x="11086" y="25263"/>
                  </a:lnTo>
                  <a:cubicBezTo>
                    <a:pt x="13256" y="25263"/>
                    <a:pt x="14032" y="32000"/>
                    <a:pt x="14032" y="39579"/>
                  </a:cubicBezTo>
                  <a:cubicBezTo>
                    <a:pt x="14032" y="47579"/>
                    <a:pt x="13179" y="53895"/>
                    <a:pt x="11008" y="53895"/>
                  </a:cubicBezTo>
                  <a:lnTo>
                    <a:pt x="5970" y="53895"/>
                  </a:lnTo>
                  <a:cubicBezTo>
                    <a:pt x="13101" y="115790"/>
                    <a:pt x="13101" y="115790"/>
                    <a:pt x="13101" y="115790"/>
                  </a:cubicBezTo>
                  <a:lnTo>
                    <a:pt x="19070" y="115790"/>
                  </a:lnTo>
                  <a:cubicBezTo>
                    <a:pt x="19070" y="115790"/>
                    <a:pt x="14187" y="74527"/>
                    <a:pt x="14187" y="74527"/>
                  </a:cubicBezTo>
                  <a:cubicBezTo>
                    <a:pt x="17210" y="70316"/>
                    <a:pt x="19148" y="58948"/>
                    <a:pt x="19148" y="39158"/>
                  </a:cubicBezTo>
                  <a:cubicBezTo>
                    <a:pt x="19148" y="16842"/>
                    <a:pt x="16512" y="0"/>
                    <a:pt x="11008" y="0"/>
                  </a:cubicBezTo>
                  <a:close/>
                </a:path>
              </a:pathLst>
            </a:custGeom>
            <a:solidFill>
              <a:srgbClr val="0020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21"/>
            <p:cNvSpPr/>
            <p:nvPr/>
          </p:nvSpPr>
          <p:spPr>
            <a:xfrm>
              <a:off x="687975" y="52625"/>
              <a:ext cx="129875" cy="2894750"/>
            </a:xfrm>
            <a:custGeom>
              <a:rect b="b" l="l" r="r" t="t"/>
              <a:pathLst>
                <a:path extrusionOk="0" h="115790" w="5195">
                  <a:moveTo>
                    <a:pt x="0" y="0"/>
                  </a:moveTo>
                  <a:lnTo>
                    <a:pt x="0" y="115790"/>
                  </a:lnTo>
                  <a:lnTo>
                    <a:pt x="5194" y="115790"/>
                  </a:lnTo>
                  <a:lnTo>
                    <a:pt x="5194" y="0"/>
                  </a:lnTo>
                  <a:close/>
                </a:path>
              </a:pathLst>
            </a:custGeom>
            <a:solidFill>
              <a:srgbClr val="0020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21"/>
            <p:cNvSpPr/>
            <p:nvPr/>
          </p:nvSpPr>
          <p:spPr>
            <a:xfrm>
              <a:off x="1925" y="52625"/>
              <a:ext cx="657000" cy="2894750"/>
            </a:xfrm>
            <a:custGeom>
              <a:rect b="b" l="l" r="r" t="t"/>
              <a:pathLst>
                <a:path extrusionOk="0" h="115790" w="26280">
                  <a:moveTo>
                    <a:pt x="10853" y="0"/>
                  </a:moveTo>
                  <a:lnTo>
                    <a:pt x="1" y="115790"/>
                  </a:lnTo>
                  <a:lnTo>
                    <a:pt x="5814" y="115790"/>
                  </a:lnTo>
                  <a:lnTo>
                    <a:pt x="7597" y="96421"/>
                  </a:lnTo>
                  <a:lnTo>
                    <a:pt x="16357" y="96421"/>
                  </a:lnTo>
                  <a:lnTo>
                    <a:pt x="14187" y="72421"/>
                  </a:lnTo>
                  <a:lnTo>
                    <a:pt x="9768" y="72421"/>
                  </a:lnTo>
                  <a:lnTo>
                    <a:pt x="13024" y="36632"/>
                  </a:lnTo>
                  <a:lnTo>
                    <a:pt x="13101" y="36632"/>
                  </a:lnTo>
                  <a:lnTo>
                    <a:pt x="20311" y="115790"/>
                  </a:lnTo>
                  <a:lnTo>
                    <a:pt x="26280" y="115790"/>
                  </a:lnTo>
                  <a:lnTo>
                    <a:pt x="15427" y="0"/>
                  </a:lnTo>
                  <a:close/>
                </a:path>
              </a:pathLst>
            </a:custGeom>
            <a:solidFill>
              <a:srgbClr val="0020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21"/>
            <p:cNvSpPr/>
            <p:nvPr/>
          </p:nvSpPr>
          <p:spPr>
            <a:xfrm>
              <a:off x="1445725" y="52625"/>
              <a:ext cx="498075" cy="2894750"/>
            </a:xfrm>
            <a:custGeom>
              <a:rect b="b" l="l" r="r" t="t"/>
              <a:pathLst>
                <a:path extrusionOk="0" h="115790" w="19923">
                  <a:moveTo>
                    <a:pt x="12171" y="24842"/>
                  </a:moveTo>
                  <a:cubicBezTo>
                    <a:pt x="13179" y="24842"/>
                    <a:pt x="13954" y="29053"/>
                    <a:pt x="13954" y="34948"/>
                  </a:cubicBezTo>
                  <a:cubicBezTo>
                    <a:pt x="13954" y="40842"/>
                    <a:pt x="13179" y="45053"/>
                    <a:pt x="12093" y="45053"/>
                  </a:cubicBezTo>
                  <a:lnTo>
                    <a:pt x="5194" y="45053"/>
                  </a:lnTo>
                  <a:lnTo>
                    <a:pt x="5194" y="24842"/>
                  </a:lnTo>
                  <a:close/>
                  <a:moveTo>
                    <a:pt x="12249" y="68211"/>
                  </a:moveTo>
                  <a:cubicBezTo>
                    <a:pt x="13566" y="68211"/>
                    <a:pt x="14497" y="72842"/>
                    <a:pt x="14497" y="79579"/>
                  </a:cubicBezTo>
                  <a:cubicBezTo>
                    <a:pt x="14497" y="86737"/>
                    <a:pt x="13566" y="91790"/>
                    <a:pt x="12249" y="91790"/>
                  </a:cubicBezTo>
                  <a:lnTo>
                    <a:pt x="5194" y="91790"/>
                  </a:lnTo>
                  <a:cubicBezTo>
                    <a:pt x="5194" y="68211"/>
                    <a:pt x="5194" y="68211"/>
                    <a:pt x="5194" y="68211"/>
                  </a:cubicBezTo>
                  <a:close/>
                  <a:moveTo>
                    <a:pt x="0" y="0"/>
                  </a:moveTo>
                  <a:cubicBezTo>
                    <a:pt x="0" y="115790"/>
                    <a:pt x="0" y="115790"/>
                    <a:pt x="0" y="115790"/>
                  </a:cubicBezTo>
                  <a:lnTo>
                    <a:pt x="12636" y="115790"/>
                  </a:lnTo>
                  <a:cubicBezTo>
                    <a:pt x="17055" y="115790"/>
                    <a:pt x="19923" y="103158"/>
                    <a:pt x="19923" y="83369"/>
                  </a:cubicBezTo>
                  <a:cubicBezTo>
                    <a:pt x="19923" y="69895"/>
                    <a:pt x="18528" y="59790"/>
                    <a:pt x="16512" y="56000"/>
                  </a:cubicBezTo>
                  <a:cubicBezTo>
                    <a:pt x="18140" y="50948"/>
                    <a:pt x="18993" y="42948"/>
                    <a:pt x="18993" y="31579"/>
                  </a:cubicBezTo>
                  <a:cubicBezTo>
                    <a:pt x="18993" y="12632"/>
                    <a:pt x="16435" y="0"/>
                    <a:pt x="12171" y="0"/>
                  </a:cubicBezTo>
                  <a:close/>
                </a:path>
              </a:pathLst>
            </a:custGeom>
            <a:solidFill>
              <a:srgbClr val="0020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21"/>
            <p:cNvSpPr/>
            <p:nvPr/>
          </p:nvSpPr>
          <p:spPr>
            <a:xfrm>
              <a:off x="2000000" y="52625"/>
              <a:ext cx="486450" cy="2957925"/>
            </a:xfrm>
            <a:custGeom>
              <a:rect b="b" l="l" r="r" t="t"/>
              <a:pathLst>
                <a:path extrusionOk="0" h="118317" w="19458">
                  <a:moveTo>
                    <a:pt x="0" y="0"/>
                  </a:moveTo>
                  <a:cubicBezTo>
                    <a:pt x="0" y="62737"/>
                    <a:pt x="0" y="62737"/>
                    <a:pt x="0" y="62737"/>
                  </a:cubicBezTo>
                  <a:cubicBezTo>
                    <a:pt x="0" y="98527"/>
                    <a:pt x="3411" y="118316"/>
                    <a:pt x="9690" y="118316"/>
                  </a:cubicBezTo>
                  <a:cubicBezTo>
                    <a:pt x="15969" y="118316"/>
                    <a:pt x="19457" y="98527"/>
                    <a:pt x="19457" y="62737"/>
                  </a:cubicBezTo>
                  <a:cubicBezTo>
                    <a:pt x="19457" y="0"/>
                    <a:pt x="19457" y="0"/>
                    <a:pt x="19457" y="0"/>
                  </a:cubicBezTo>
                  <a:lnTo>
                    <a:pt x="14109" y="0"/>
                  </a:lnTo>
                  <a:lnTo>
                    <a:pt x="14109" y="64842"/>
                  </a:lnTo>
                  <a:cubicBezTo>
                    <a:pt x="14109" y="82527"/>
                    <a:pt x="12636" y="92211"/>
                    <a:pt x="9690" y="92211"/>
                  </a:cubicBezTo>
                  <a:cubicBezTo>
                    <a:pt x="6744" y="92211"/>
                    <a:pt x="5271" y="82527"/>
                    <a:pt x="5271" y="64842"/>
                  </a:cubicBezTo>
                  <a:cubicBezTo>
                    <a:pt x="5271" y="0"/>
                    <a:pt x="5271" y="0"/>
                    <a:pt x="5271" y="0"/>
                  </a:cubicBezTo>
                  <a:close/>
                </a:path>
              </a:pathLst>
            </a:custGeom>
            <a:solidFill>
              <a:srgbClr val="0020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21"/>
            <p:cNvSpPr/>
            <p:nvPr/>
          </p:nvSpPr>
          <p:spPr>
            <a:xfrm>
              <a:off x="2531000" y="0"/>
              <a:ext cx="470950" cy="3010550"/>
            </a:xfrm>
            <a:custGeom>
              <a:rect b="b" l="l" r="r" t="t"/>
              <a:pathLst>
                <a:path extrusionOk="0" h="120422" w="18838">
                  <a:moveTo>
                    <a:pt x="9458" y="0"/>
                  </a:moveTo>
                  <a:cubicBezTo>
                    <a:pt x="3954" y="0"/>
                    <a:pt x="853" y="14737"/>
                    <a:pt x="853" y="34526"/>
                  </a:cubicBezTo>
                  <a:cubicBezTo>
                    <a:pt x="853" y="56000"/>
                    <a:pt x="3179" y="64842"/>
                    <a:pt x="8450" y="70737"/>
                  </a:cubicBezTo>
                  <a:cubicBezTo>
                    <a:pt x="12558" y="75789"/>
                    <a:pt x="13489" y="78737"/>
                    <a:pt x="13489" y="85053"/>
                  </a:cubicBezTo>
                  <a:cubicBezTo>
                    <a:pt x="13489" y="91789"/>
                    <a:pt x="12326" y="95158"/>
                    <a:pt x="10078" y="95158"/>
                  </a:cubicBezTo>
                  <a:cubicBezTo>
                    <a:pt x="6822" y="95158"/>
                    <a:pt x="3954" y="90526"/>
                    <a:pt x="1551" y="83789"/>
                  </a:cubicBezTo>
                  <a:cubicBezTo>
                    <a:pt x="0" y="108211"/>
                    <a:pt x="0" y="108211"/>
                    <a:pt x="0" y="108211"/>
                  </a:cubicBezTo>
                  <a:cubicBezTo>
                    <a:pt x="2558" y="115789"/>
                    <a:pt x="6357" y="120421"/>
                    <a:pt x="10233" y="120421"/>
                  </a:cubicBezTo>
                  <a:cubicBezTo>
                    <a:pt x="15582" y="120421"/>
                    <a:pt x="18838" y="106947"/>
                    <a:pt x="18838" y="84211"/>
                  </a:cubicBezTo>
                  <a:cubicBezTo>
                    <a:pt x="18838" y="66105"/>
                    <a:pt x="16667" y="54316"/>
                    <a:pt x="12093" y="48421"/>
                  </a:cubicBezTo>
                  <a:cubicBezTo>
                    <a:pt x="7132" y="41684"/>
                    <a:pt x="6047" y="41263"/>
                    <a:pt x="6047" y="33684"/>
                  </a:cubicBezTo>
                  <a:cubicBezTo>
                    <a:pt x="6047" y="27368"/>
                    <a:pt x="7287" y="24842"/>
                    <a:pt x="9380" y="24842"/>
                  </a:cubicBezTo>
                  <a:cubicBezTo>
                    <a:pt x="12171" y="24842"/>
                    <a:pt x="15117" y="28211"/>
                    <a:pt x="16745" y="34105"/>
                  </a:cubicBezTo>
                  <a:cubicBezTo>
                    <a:pt x="18372" y="10526"/>
                    <a:pt x="18372" y="10526"/>
                    <a:pt x="18372" y="10526"/>
                  </a:cubicBezTo>
                  <a:cubicBezTo>
                    <a:pt x="16279" y="4211"/>
                    <a:pt x="13101" y="0"/>
                    <a:pt x="9458" y="0"/>
                  </a:cubicBezTo>
                  <a:close/>
                </a:path>
              </a:pathLst>
            </a:custGeom>
            <a:solidFill>
              <a:srgbClr val="0020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45" name="Google Shape;145;p21"/>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146" name="Google Shape;146;p21"/>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 white logo" showMasterSp="0">
  <p:cSld name="Picture - white logo">
    <p:bg>
      <p:bgPr>
        <a:solidFill>
          <a:srgbClr val="D8D8D8"/>
        </a:solidFill>
      </p:bgPr>
    </p:bg>
    <p:spTree>
      <p:nvGrpSpPr>
        <p:cNvPr id="147" name="Shape 147"/>
        <p:cNvGrpSpPr/>
        <p:nvPr/>
      </p:nvGrpSpPr>
      <p:grpSpPr>
        <a:xfrm>
          <a:off x="0" y="0"/>
          <a:ext cx="0" cy="0"/>
          <a:chOff x="0" y="0"/>
          <a:chExt cx="0" cy="0"/>
        </a:xfrm>
      </p:grpSpPr>
      <p:sp>
        <p:nvSpPr>
          <p:cNvPr id="148" name="Google Shape;148;p22"/>
          <p:cNvSpPr/>
          <p:nvPr>
            <p:ph idx="2" type="pic"/>
          </p:nvPr>
        </p:nvSpPr>
        <p:spPr>
          <a:xfrm>
            <a:off x="0" y="0"/>
            <a:ext cx="9144000" cy="5143500"/>
          </a:xfrm>
          <a:prstGeom prst="rect">
            <a:avLst/>
          </a:prstGeom>
          <a:noFill/>
          <a:ln>
            <a:noFill/>
          </a:ln>
        </p:spPr>
      </p:sp>
      <p:sp>
        <p:nvSpPr>
          <p:cNvPr id="149" name="Google Shape;149;p22"/>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grpSp>
        <p:nvGrpSpPr>
          <p:cNvPr id="150" name="Google Shape;150;p22"/>
          <p:cNvGrpSpPr/>
          <p:nvPr/>
        </p:nvGrpSpPr>
        <p:grpSpPr>
          <a:xfrm>
            <a:off x="8139028" y="4846721"/>
            <a:ext cx="810007" cy="151732"/>
            <a:chOff x="1925" y="0"/>
            <a:chExt cx="3000025" cy="3010550"/>
          </a:xfrm>
        </p:grpSpPr>
        <p:sp>
          <p:nvSpPr>
            <p:cNvPr id="151" name="Google Shape;151;p22"/>
            <p:cNvSpPr/>
            <p:nvPr/>
          </p:nvSpPr>
          <p:spPr>
            <a:xfrm>
              <a:off x="905025" y="52625"/>
              <a:ext cx="478700" cy="2894750"/>
            </a:xfrm>
            <a:custGeom>
              <a:rect b="b" l="l" r="r" t="t"/>
              <a:pathLst>
                <a:path extrusionOk="0" h="115790" w="19148">
                  <a:moveTo>
                    <a:pt x="1" y="0"/>
                  </a:moveTo>
                  <a:cubicBezTo>
                    <a:pt x="1" y="115790"/>
                    <a:pt x="1" y="115790"/>
                    <a:pt x="1" y="115790"/>
                  </a:cubicBezTo>
                  <a:lnTo>
                    <a:pt x="5194" y="115790"/>
                  </a:lnTo>
                  <a:cubicBezTo>
                    <a:pt x="5194" y="25263"/>
                    <a:pt x="5194" y="25263"/>
                    <a:pt x="5194" y="25263"/>
                  </a:cubicBezTo>
                  <a:lnTo>
                    <a:pt x="11086" y="25263"/>
                  </a:lnTo>
                  <a:cubicBezTo>
                    <a:pt x="13256" y="25263"/>
                    <a:pt x="14032" y="32000"/>
                    <a:pt x="14032" y="39579"/>
                  </a:cubicBezTo>
                  <a:cubicBezTo>
                    <a:pt x="14032" y="47579"/>
                    <a:pt x="13179" y="53895"/>
                    <a:pt x="11008" y="53895"/>
                  </a:cubicBezTo>
                  <a:lnTo>
                    <a:pt x="5970" y="53895"/>
                  </a:lnTo>
                  <a:cubicBezTo>
                    <a:pt x="13101" y="115790"/>
                    <a:pt x="13101" y="115790"/>
                    <a:pt x="13101" y="115790"/>
                  </a:cubicBezTo>
                  <a:lnTo>
                    <a:pt x="19070" y="115790"/>
                  </a:lnTo>
                  <a:cubicBezTo>
                    <a:pt x="19070" y="115790"/>
                    <a:pt x="14187" y="74527"/>
                    <a:pt x="14187" y="74527"/>
                  </a:cubicBezTo>
                  <a:cubicBezTo>
                    <a:pt x="17210" y="70316"/>
                    <a:pt x="19148" y="58948"/>
                    <a:pt x="19148" y="39158"/>
                  </a:cubicBezTo>
                  <a:cubicBezTo>
                    <a:pt x="19148" y="16842"/>
                    <a:pt x="16512" y="0"/>
                    <a:pt x="11008" y="0"/>
                  </a:cubicBezTo>
                  <a:close/>
                </a:path>
              </a:pathLst>
            </a:cu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22"/>
            <p:cNvSpPr/>
            <p:nvPr/>
          </p:nvSpPr>
          <p:spPr>
            <a:xfrm>
              <a:off x="687975" y="52625"/>
              <a:ext cx="129875" cy="2894750"/>
            </a:xfrm>
            <a:custGeom>
              <a:rect b="b" l="l" r="r" t="t"/>
              <a:pathLst>
                <a:path extrusionOk="0" h="115790" w="5195">
                  <a:moveTo>
                    <a:pt x="0" y="0"/>
                  </a:moveTo>
                  <a:lnTo>
                    <a:pt x="0" y="115790"/>
                  </a:lnTo>
                  <a:lnTo>
                    <a:pt x="5194" y="115790"/>
                  </a:lnTo>
                  <a:lnTo>
                    <a:pt x="5194" y="0"/>
                  </a:lnTo>
                  <a:close/>
                </a:path>
              </a:pathLst>
            </a:cu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22"/>
            <p:cNvSpPr/>
            <p:nvPr/>
          </p:nvSpPr>
          <p:spPr>
            <a:xfrm>
              <a:off x="1925" y="52625"/>
              <a:ext cx="657000" cy="2894750"/>
            </a:xfrm>
            <a:custGeom>
              <a:rect b="b" l="l" r="r" t="t"/>
              <a:pathLst>
                <a:path extrusionOk="0" h="115790" w="26280">
                  <a:moveTo>
                    <a:pt x="10853" y="0"/>
                  </a:moveTo>
                  <a:lnTo>
                    <a:pt x="1" y="115790"/>
                  </a:lnTo>
                  <a:lnTo>
                    <a:pt x="5814" y="115790"/>
                  </a:lnTo>
                  <a:lnTo>
                    <a:pt x="7597" y="96421"/>
                  </a:lnTo>
                  <a:lnTo>
                    <a:pt x="16357" y="96421"/>
                  </a:lnTo>
                  <a:lnTo>
                    <a:pt x="14187" y="72421"/>
                  </a:lnTo>
                  <a:lnTo>
                    <a:pt x="9768" y="72421"/>
                  </a:lnTo>
                  <a:lnTo>
                    <a:pt x="13024" y="36632"/>
                  </a:lnTo>
                  <a:lnTo>
                    <a:pt x="13101" y="36632"/>
                  </a:lnTo>
                  <a:lnTo>
                    <a:pt x="20311" y="115790"/>
                  </a:lnTo>
                  <a:lnTo>
                    <a:pt x="26280" y="115790"/>
                  </a:lnTo>
                  <a:lnTo>
                    <a:pt x="15427" y="0"/>
                  </a:lnTo>
                  <a:close/>
                </a:path>
              </a:pathLst>
            </a:cu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22"/>
            <p:cNvSpPr/>
            <p:nvPr/>
          </p:nvSpPr>
          <p:spPr>
            <a:xfrm>
              <a:off x="1445725" y="52625"/>
              <a:ext cx="498075" cy="2894750"/>
            </a:xfrm>
            <a:custGeom>
              <a:rect b="b" l="l" r="r" t="t"/>
              <a:pathLst>
                <a:path extrusionOk="0" h="115790" w="19923">
                  <a:moveTo>
                    <a:pt x="12171" y="24842"/>
                  </a:moveTo>
                  <a:cubicBezTo>
                    <a:pt x="13179" y="24842"/>
                    <a:pt x="13954" y="29053"/>
                    <a:pt x="13954" y="34948"/>
                  </a:cubicBezTo>
                  <a:cubicBezTo>
                    <a:pt x="13954" y="40842"/>
                    <a:pt x="13179" y="45053"/>
                    <a:pt x="12093" y="45053"/>
                  </a:cubicBezTo>
                  <a:lnTo>
                    <a:pt x="5194" y="45053"/>
                  </a:lnTo>
                  <a:lnTo>
                    <a:pt x="5194" y="24842"/>
                  </a:lnTo>
                  <a:close/>
                  <a:moveTo>
                    <a:pt x="12249" y="68211"/>
                  </a:moveTo>
                  <a:cubicBezTo>
                    <a:pt x="13566" y="68211"/>
                    <a:pt x="14497" y="72842"/>
                    <a:pt x="14497" y="79579"/>
                  </a:cubicBezTo>
                  <a:cubicBezTo>
                    <a:pt x="14497" y="86737"/>
                    <a:pt x="13566" y="91790"/>
                    <a:pt x="12249" y="91790"/>
                  </a:cubicBezTo>
                  <a:lnTo>
                    <a:pt x="5194" y="91790"/>
                  </a:lnTo>
                  <a:cubicBezTo>
                    <a:pt x="5194" y="68211"/>
                    <a:pt x="5194" y="68211"/>
                    <a:pt x="5194" y="68211"/>
                  </a:cubicBezTo>
                  <a:close/>
                  <a:moveTo>
                    <a:pt x="0" y="0"/>
                  </a:moveTo>
                  <a:cubicBezTo>
                    <a:pt x="0" y="115790"/>
                    <a:pt x="0" y="115790"/>
                    <a:pt x="0" y="115790"/>
                  </a:cubicBezTo>
                  <a:lnTo>
                    <a:pt x="12636" y="115790"/>
                  </a:lnTo>
                  <a:cubicBezTo>
                    <a:pt x="17055" y="115790"/>
                    <a:pt x="19923" y="103158"/>
                    <a:pt x="19923" y="83369"/>
                  </a:cubicBezTo>
                  <a:cubicBezTo>
                    <a:pt x="19923" y="69895"/>
                    <a:pt x="18528" y="59790"/>
                    <a:pt x="16512" y="56000"/>
                  </a:cubicBezTo>
                  <a:cubicBezTo>
                    <a:pt x="18140" y="50948"/>
                    <a:pt x="18993" y="42948"/>
                    <a:pt x="18993" y="31579"/>
                  </a:cubicBezTo>
                  <a:cubicBezTo>
                    <a:pt x="18993" y="12632"/>
                    <a:pt x="16435" y="0"/>
                    <a:pt x="12171" y="0"/>
                  </a:cubicBezTo>
                  <a:close/>
                </a:path>
              </a:pathLst>
            </a:cu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22"/>
            <p:cNvSpPr/>
            <p:nvPr/>
          </p:nvSpPr>
          <p:spPr>
            <a:xfrm>
              <a:off x="2000000" y="52625"/>
              <a:ext cx="486450" cy="2957925"/>
            </a:xfrm>
            <a:custGeom>
              <a:rect b="b" l="l" r="r" t="t"/>
              <a:pathLst>
                <a:path extrusionOk="0" h="118317" w="19458">
                  <a:moveTo>
                    <a:pt x="0" y="0"/>
                  </a:moveTo>
                  <a:cubicBezTo>
                    <a:pt x="0" y="62737"/>
                    <a:pt x="0" y="62737"/>
                    <a:pt x="0" y="62737"/>
                  </a:cubicBezTo>
                  <a:cubicBezTo>
                    <a:pt x="0" y="98527"/>
                    <a:pt x="3411" y="118316"/>
                    <a:pt x="9690" y="118316"/>
                  </a:cubicBezTo>
                  <a:cubicBezTo>
                    <a:pt x="15969" y="118316"/>
                    <a:pt x="19457" y="98527"/>
                    <a:pt x="19457" y="62737"/>
                  </a:cubicBezTo>
                  <a:cubicBezTo>
                    <a:pt x="19457" y="0"/>
                    <a:pt x="19457" y="0"/>
                    <a:pt x="19457" y="0"/>
                  </a:cubicBezTo>
                  <a:lnTo>
                    <a:pt x="14109" y="0"/>
                  </a:lnTo>
                  <a:lnTo>
                    <a:pt x="14109" y="64842"/>
                  </a:lnTo>
                  <a:cubicBezTo>
                    <a:pt x="14109" y="82527"/>
                    <a:pt x="12636" y="92211"/>
                    <a:pt x="9690" y="92211"/>
                  </a:cubicBezTo>
                  <a:cubicBezTo>
                    <a:pt x="6744" y="92211"/>
                    <a:pt x="5271" y="82527"/>
                    <a:pt x="5271" y="64842"/>
                  </a:cubicBezTo>
                  <a:cubicBezTo>
                    <a:pt x="5271" y="0"/>
                    <a:pt x="5271" y="0"/>
                    <a:pt x="5271" y="0"/>
                  </a:cubicBezTo>
                  <a:close/>
                </a:path>
              </a:pathLst>
            </a:cu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22"/>
            <p:cNvSpPr/>
            <p:nvPr/>
          </p:nvSpPr>
          <p:spPr>
            <a:xfrm>
              <a:off x="2531000" y="0"/>
              <a:ext cx="470950" cy="3010550"/>
            </a:xfrm>
            <a:custGeom>
              <a:rect b="b" l="l" r="r" t="t"/>
              <a:pathLst>
                <a:path extrusionOk="0" h="120422" w="18838">
                  <a:moveTo>
                    <a:pt x="9458" y="0"/>
                  </a:moveTo>
                  <a:cubicBezTo>
                    <a:pt x="3954" y="0"/>
                    <a:pt x="853" y="14737"/>
                    <a:pt x="853" y="34526"/>
                  </a:cubicBezTo>
                  <a:cubicBezTo>
                    <a:pt x="853" y="56000"/>
                    <a:pt x="3179" y="64842"/>
                    <a:pt x="8450" y="70737"/>
                  </a:cubicBezTo>
                  <a:cubicBezTo>
                    <a:pt x="12558" y="75789"/>
                    <a:pt x="13489" y="78737"/>
                    <a:pt x="13489" y="85053"/>
                  </a:cubicBezTo>
                  <a:cubicBezTo>
                    <a:pt x="13489" y="91789"/>
                    <a:pt x="12326" y="95158"/>
                    <a:pt x="10078" y="95158"/>
                  </a:cubicBezTo>
                  <a:cubicBezTo>
                    <a:pt x="6822" y="95158"/>
                    <a:pt x="3954" y="90526"/>
                    <a:pt x="1551" y="83789"/>
                  </a:cubicBezTo>
                  <a:cubicBezTo>
                    <a:pt x="0" y="108211"/>
                    <a:pt x="0" y="108211"/>
                    <a:pt x="0" y="108211"/>
                  </a:cubicBezTo>
                  <a:cubicBezTo>
                    <a:pt x="2558" y="115789"/>
                    <a:pt x="6357" y="120421"/>
                    <a:pt x="10233" y="120421"/>
                  </a:cubicBezTo>
                  <a:cubicBezTo>
                    <a:pt x="15582" y="120421"/>
                    <a:pt x="18838" y="106947"/>
                    <a:pt x="18838" y="84211"/>
                  </a:cubicBezTo>
                  <a:cubicBezTo>
                    <a:pt x="18838" y="66105"/>
                    <a:pt x="16667" y="54316"/>
                    <a:pt x="12093" y="48421"/>
                  </a:cubicBezTo>
                  <a:cubicBezTo>
                    <a:pt x="7132" y="41684"/>
                    <a:pt x="6047" y="41263"/>
                    <a:pt x="6047" y="33684"/>
                  </a:cubicBezTo>
                  <a:cubicBezTo>
                    <a:pt x="6047" y="27368"/>
                    <a:pt x="7287" y="24842"/>
                    <a:pt x="9380" y="24842"/>
                  </a:cubicBezTo>
                  <a:cubicBezTo>
                    <a:pt x="12171" y="24842"/>
                    <a:pt x="15117" y="28211"/>
                    <a:pt x="16745" y="34105"/>
                  </a:cubicBezTo>
                  <a:cubicBezTo>
                    <a:pt x="18372" y="10526"/>
                    <a:pt x="18372" y="10526"/>
                    <a:pt x="18372" y="10526"/>
                  </a:cubicBezTo>
                  <a:cubicBezTo>
                    <a:pt x="16279" y="4211"/>
                    <a:pt x="13101" y="0"/>
                    <a:pt x="9458" y="0"/>
                  </a:cubicBezTo>
                  <a:close/>
                </a:path>
              </a:pathLst>
            </a:cu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57" name="Google Shape;157;p22"/>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158" name="Google Shape;158;p22"/>
          <p:cNvPicPr preferRelativeResize="0"/>
          <p:nvPr/>
        </p:nvPicPr>
        <p:blipFill rotWithShape="1">
          <a:blip r:embed="rId2">
            <a:alphaModFix/>
          </a:blip>
          <a:srcRect b="0" l="0" r="0" t="0"/>
          <a:stretch/>
        </p:blipFill>
        <p:spPr>
          <a:xfrm>
            <a:off x="359100" y="283500"/>
            <a:ext cx="1052112" cy="648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ictures with text">
  <p:cSld name="Two pictures with text">
    <p:spTree>
      <p:nvGrpSpPr>
        <p:cNvPr id="159" name="Shape 159"/>
        <p:cNvGrpSpPr/>
        <p:nvPr/>
      </p:nvGrpSpPr>
      <p:grpSpPr>
        <a:xfrm>
          <a:off x="0" y="0"/>
          <a:ext cx="0" cy="0"/>
          <a:chOff x="0" y="0"/>
          <a:chExt cx="0" cy="0"/>
        </a:xfrm>
      </p:grpSpPr>
      <p:sp>
        <p:nvSpPr>
          <p:cNvPr id="160" name="Google Shape;160;p23"/>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1" name="Google Shape;161;p23"/>
          <p:cNvSpPr txBox="1"/>
          <p:nvPr>
            <p:ph idx="1" type="body"/>
          </p:nvPr>
        </p:nvSpPr>
        <p:spPr>
          <a:xfrm>
            <a:off x="359569" y="1174501"/>
            <a:ext cx="4063500" cy="31713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100"/>
              <a:buNone/>
              <a:defRPr b="1"/>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62" name="Google Shape;162;p23"/>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63" name="Google Shape;163;p23"/>
          <p:cNvSpPr txBox="1"/>
          <p:nvPr>
            <p:ph idx="2" type="body"/>
          </p:nvPr>
        </p:nvSpPr>
        <p:spPr>
          <a:xfrm>
            <a:off x="4725939" y="1174500"/>
            <a:ext cx="4063760" cy="317131"/>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100"/>
              <a:buNone/>
              <a:defRPr b="1"/>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64" name="Google Shape;164;p23"/>
          <p:cNvSpPr/>
          <p:nvPr>
            <p:ph idx="3" type="pic"/>
          </p:nvPr>
        </p:nvSpPr>
        <p:spPr>
          <a:xfrm>
            <a:off x="359567" y="1545637"/>
            <a:ext cx="4063500" cy="2597093"/>
          </a:xfrm>
          <a:prstGeom prst="rect">
            <a:avLst/>
          </a:prstGeom>
          <a:noFill/>
          <a:ln>
            <a:noFill/>
          </a:ln>
        </p:spPr>
      </p:sp>
      <p:sp>
        <p:nvSpPr>
          <p:cNvPr id="165" name="Google Shape;165;p23"/>
          <p:cNvSpPr/>
          <p:nvPr>
            <p:ph idx="4" type="pic"/>
          </p:nvPr>
        </p:nvSpPr>
        <p:spPr>
          <a:xfrm>
            <a:off x="4724548" y="1545636"/>
            <a:ext cx="4063500" cy="2597093"/>
          </a:xfrm>
          <a:prstGeom prst="rect">
            <a:avLst/>
          </a:prstGeom>
          <a:noFill/>
          <a:ln>
            <a:noFill/>
          </a:ln>
        </p:spPr>
      </p:sp>
      <p:pic>
        <p:nvPicPr>
          <p:cNvPr id="166" name="Google Shape;166;p23"/>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ictures with text">
  <p:cSld name="Three pictures with text">
    <p:spTree>
      <p:nvGrpSpPr>
        <p:cNvPr id="167" name="Shape 167"/>
        <p:cNvGrpSpPr/>
        <p:nvPr/>
      </p:nvGrpSpPr>
      <p:grpSpPr>
        <a:xfrm>
          <a:off x="0" y="0"/>
          <a:ext cx="0" cy="0"/>
          <a:chOff x="0" y="0"/>
          <a:chExt cx="0" cy="0"/>
        </a:xfrm>
      </p:grpSpPr>
      <p:sp>
        <p:nvSpPr>
          <p:cNvPr id="168" name="Google Shape;168;p24"/>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9" name="Google Shape;169;p24"/>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70" name="Google Shape;170;p24"/>
          <p:cNvSpPr txBox="1"/>
          <p:nvPr>
            <p:ph idx="1" type="body"/>
          </p:nvPr>
        </p:nvSpPr>
        <p:spPr>
          <a:xfrm>
            <a:off x="361447" y="1174501"/>
            <a:ext cx="2700000" cy="31713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100"/>
              <a:buNone/>
              <a:defRPr b="1"/>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71" name="Google Shape;171;p24"/>
          <p:cNvSpPr txBox="1"/>
          <p:nvPr>
            <p:ph idx="2" type="body"/>
          </p:nvPr>
        </p:nvSpPr>
        <p:spPr>
          <a:xfrm>
            <a:off x="3222000" y="1174500"/>
            <a:ext cx="2700000" cy="317131"/>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100"/>
              <a:buNone/>
              <a:defRPr b="1"/>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72" name="Google Shape;172;p24"/>
          <p:cNvSpPr/>
          <p:nvPr>
            <p:ph idx="3" type="pic"/>
          </p:nvPr>
        </p:nvSpPr>
        <p:spPr>
          <a:xfrm>
            <a:off x="359569" y="1545637"/>
            <a:ext cx="2700000" cy="2597093"/>
          </a:xfrm>
          <a:prstGeom prst="rect">
            <a:avLst/>
          </a:prstGeom>
          <a:noFill/>
          <a:ln>
            <a:noFill/>
          </a:ln>
        </p:spPr>
      </p:sp>
      <p:sp>
        <p:nvSpPr>
          <p:cNvPr id="173" name="Google Shape;173;p24"/>
          <p:cNvSpPr/>
          <p:nvPr>
            <p:ph idx="4" type="pic"/>
          </p:nvPr>
        </p:nvSpPr>
        <p:spPr>
          <a:xfrm>
            <a:off x="3220609" y="1545636"/>
            <a:ext cx="2700000" cy="2597093"/>
          </a:xfrm>
          <a:prstGeom prst="rect">
            <a:avLst/>
          </a:prstGeom>
          <a:noFill/>
          <a:ln>
            <a:noFill/>
          </a:ln>
        </p:spPr>
      </p:sp>
      <p:sp>
        <p:nvSpPr>
          <p:cNvPr id="174" name="Google Shape;174;p24"/>
          <p:cNvSpPr txBox="1"/>
          <p:nvPr>
            <p:ph idx="5" type="body"/>
          </p:nvPr>
        </p:nvSpPr>
        <p:spPr>
          <a:xfrm>
            <a:off x="6088306" y="1176277"/>
            <a:ext cx="2700000" cy="317131"/>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100"/>
              <a:buNone/>
              <a:defRPr b="1"/>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75" name="Google Shape;175;p24"/>
          <p:cNvSpPr/>
          <p:nvPr>
            <p:ph idx="6" type="pic"/>
          </p:nvPr>
        </p:nvSpPr>
        <p:spPr>
          <a:xfrm>
            <a:off x="6086915" y="1547413"/>
            <a:ext cx="2700000" cy="2597093"/>
          </a:xfrm>
          <a:prstGeom prst="rect">
            <a:avLst/>
          </a:prstGeom>
          <a:noFill/>
          <a:ln>
            <a:noFill/>
          </a:ln>
        </p:spPr>
      </p:sp>
      <p:pic>
        <p:nvPicPr>
          <p:cNvPr id="176" name="Google Shape;176;p24"/>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nd sidebar" showMasterSp="0">
  <p:cSld name="Picture and sidebar">
    <p:bg>
      <p:bgPr>
        <a:solidFill>
          <a:srgbClr val="D8D8D8"/>
        </a:solidFill>
      </p:bgPr>
    </p:bg>
    <p:spTree>
      <p:nvGrpSpPr>
        <p:cNvPr id="177" name="Shape 177"/>
        <p:cNvGrpSpPr/>
        <p:nvPr/>
      </p:nvGrpSpPr>
      <p:grpSpPr>
        <a:xfrm>
          <a:off x="0" y="0"/>
          <a:ext cx="0" cy="0"/>
          <a:chOff x="0" y="0"/>
          <a:chExt cx="0" cy="0"/>
        </a:xfrm>
      </p:grpSpPr>
      <p:sp>
        <p:nvSpPr>
          <p:cNvPr id="178" name="Google Shape;178;p25"/>
          <p:cNvSpPr/>
          <p:nvPr>
            <p:ph idx="2" type="pic"/>
          </p:nvPr>
        </p:nvSpPr>
        <p:spPr>
          <a:xfrm>
            <a:off x="0" y="0"/>
            <a:ext cx="7009118" cy="5143500"/>
          </a:xfrm>
          <a:prstGeom prst="rect">
            <a:avLst/>
          </a:prstGeom>
          <a:noFill/>
          <a:ln>
            <a:noFill/>
          </a:ln>
        </p:spPr>
      </p:sp>
      <p:sp>
        <p:nvSpPr>
          <p:cNvPr id="179" name="Google Shape;179;p25"/>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descr="Screen Shot 2016-11-11 at 09.55.03.png" id="180" name="Google Shape;180;p25"/>
          <p:cNvPicPr preferRelativeResize="0"/>
          <p:nvPr/>
        </p:nvPicPr>
        <p:blipFill rotWithShape="1">
          <a:blip r:embed="rId2">
            <a:alphaModFix/>
          </a:blip>
          <a:srcRect b="0" l="0" r="0" t="0"/>
          <a:stretch/>
        </p:blipFill>
        <p:spPr>
          <a:xfrm>
            <a:off x="8124300" y="4833000"/>
            <a:ext cx="831600" cy="173251"/>
          </a:xfrm>
          <a:prstGeom prst="rect">
            <a:avLst/>
          </a:prstGeom>
          <a:noFill/>
          <a:ln>
            <a:noFill/>
          </a:ln>
        </p:spPr>
      </p:pic>
      <p:sp>
        <p:nvSpPr>
          <p:cNvPr id="181" name="Google Shape;181;p25"/>
          <p:cNvSpPr/>
          <p:nvPr/>
        </p:nvSpPr>
        <p:spPr>
          <a:xfrm>
            <a:off x="7009200" y="0"/>
            <a:ext cx="2134882" cy="5143500"/>
          </a:xfrm>
          <a:prstGeom prst="rect">
            <a:avLst/>
          </a:prstGeom>
          <a:solidFill>
            <a:schemeClr val="dk2"/>
          </a:solidFill>
          <a:ln>
            <a:noFill/>
          </a:ln>
        </p:spPr>
        <p:txBody>
          <a:bodyPr anchorCtr="0" anchor="ctr" bIns="46800" lIns="90000" spcFirstLastPara="1" rIns="90000" wrap="square" tIns="46800">
            <a:noAutofit/>
          </a:bodyPr>
          <a:lstStyle/>
          <a:p>
            <a:pPr indent="0" lvl="0" marL="0" marR="0" rtl="0" algn="ctr">
              <a:lnSpc>
                <a:spcPct val="80000"/>
              </a:lnSpc>
              <a:spcBef>
                <a:spcPts val="0"/>
              </a:spcBef>
              <a:spcAft>
                <a:spcPts val="0"/>
              </a:spcAft>
              <a:buNone/>
            </a:pPr>
            <a:r>
              <a:t/>
            </a:r>
            <a:endParaRPr sz="1400">
              <a:solidFill>
                <a:srgbClr val="FFFFFF"/>
              </a:solidFill>
              <a:latin typeface="Arial"/>
              <a:ea typeface="Arial"/>
              <a:cs typeface="Arial"/>
              <a:sym typeface="Arial"/>
            </a:endParaRPr>
          </a:p>
        </p:txBody>
      </p:sp>
      <p:grpSp>
        <p:nvGrpSpPr>
          <p:cNvPr id="182" name="Google Shape;182;p25"/>
          <p:cNvGrpSpPr/>
          <p:nvPr/>
        </p:nvGrpSpPr>
        <p:grpSpPr>
          <a:xfrm>
            <a:off x="7223126" y="1813285"/>
            <a:ext cx="1920874" cy="21835"/>
            <a:chOff x="9639300" y="2417713"/>
            <a:chExt cx="2561166" cy="29114"/>
          </a:xfrm>
        </p:grpSpPr>
        <p:cxnSp>
          <p:nvCxnSpPr>
            <p:cNvPr id="183" name="Google Shape;183;p25"/>
            <p:cNvCxnSpPr/>
            <p:nvPr/>
          </p:nvCxnSpPr>
          <p:spPr>
            <a:xfrm>
              <a:off x="9639300" y="2417713"/>
              <a:ext cx="2561166"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184" name="Google Shape;184;p25"/>
            <p:cNvCxnSpPr/>
            <p:nvPr/>
          </p:nvCxnSpPr>
          <p:spPr>
            <a:xfrm>
              <a:off x="9639300" y="2446826"/>
              <a:ext cx="1291166" cy="1"/>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185" name="Google Shape;185;p25"/>
          <p:cNvSpPr txBox="1"/>
          <p:nvPr>
            <p:ph idx="1" type="body"/>
          </p:nvPr>
        </p:nvSpPr>
        <p:spPr>
          <a:xfrm>
            <a:off x="7223126" y="2073632"/>
            <a:ext cx="1726424" cy="62021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85750" lvl="1" marL="914400" algn="l">
              <a:lnSpc>
                <a:spcPct val="90000"/>
              </a:lnSpc>
              <a:spcBef>
                <a:spcPts val="1400"/>
              </a:spcBef>
              <a:spcAft>
                <a:spcPts val="0"/>
              </a:spcAft>
              <a:buClr>
                <a:schemeClr val="lt1"/>
              </a:buClr>
              <a:buSzPts val="900"/>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86" name="Google Shape;186;p25"/>
          <p:cNvSpPr txBox="1"/>
          <p:nvPr>
            <p:ph idx="3" type="body"/>
          </p:nvPr>
        </p:nvSpPr>
        <p:spPr>
          <a:xfrm>
            <a:off x="7223126" y="3625832"/>
            <a:ext cx="1726424" cy="863381"/>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187" name="Google Shape;187;p25"/>
          <p:cNvSpPr txBox="1"/>
          <p:nvPr>
            <p:ph idx="4" type="body"/>
          </p:nvPr>
        </p:nvSpPr>
        <p:spPr>
          <a:xfrm>
            <a:off x="7223126" y="2742193"/>
            <a:ext cx="1726424" cy="83529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cxnSp>
        <p:nvCxnSpPr>
          <p:cNvPr id="188" name="Google Shape;188;p25"/>
          <p:cNvCxnSpPr/>
          <p:nvPr/>
        </p:nvCxnSpPr>
        <p:spPr>
          <a:xfrm>
            <a:off x="7009118" y="0"/>
            <a:ext cx="0" cy="5143500"/>
          </a:xfrm>
          <a:prstGeom prst="straightConnector1">
            <a:avLst/>
          </a:prstGeom>
          <a:noFill/>
          <a:ln cap="flat" cmpd="sng" w="9525">
            <a:solidFill>
              <a:schemeClr val="lt1"/>
            </a:solidFill>
            <a:prstDash val="solid"/>
            <a:miter lim="800000"/>
            <a:headEnd len="sm" w="sm" type="none"/>
            <a:tailEnd len="sm" w="sm" type="none"/>
          </a:ln>
        </p:spPr>
      </p:cxnSp>
      <p:grpSp>
        <p:nvGrpSpPr>
          <p:cNvPr id="189" name="Google Shape;189;p25"/>
          <p:cNvGrpSpPr/>
          <p:nvPr/>
        </p:nvGrpSpPr>
        <p:grpSpPr>
          <a:xfrm>
            <a:off x="8138508" y="4847600"/>
            <a:ext cx="810000" cy="149955"/>
            <a:chOff x="830300" y="1716088"/>
            <a:chExt cx="10058401" cy="1862137"/>
          </a:xfrm>
        </p:grpSpPr>
        <p:sp>
          <p:nvSpPr>
            <p:cNvPr id="190" name="Google Shape;190;p25"/>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1" name="Google Shape;191;p25"/>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 name="Google Shape;192;p25"/>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 name="Google Shape;193;p25"/>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4" name="Google Shape;194;p25"/>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5" name="Google Shape;195;p25"/>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196" name="Google Shape;196;p25"/>
          <p:cNvSpPr txBox="1"/>
          <p:nvPr>
            <p:ph type="title"/>
          </p:nvPr>
        </p:nvSpPr>
        <p:spPr>
          <a:xfrm>
            <a:off x="7222500" y="492920"/>
            <a:ext cx="1841400" cy="11961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700"/>
              <a:buFont typeface="Arial"/>
              <a:buNone/>
              <a:defRPr sz="27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7" name="Google Shape;197;p25"/>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198" name="Google Shape;198;p25"/>
          <p:cNvPicPr preferRelativeResize="0"/>
          <p:nvPr/>
        </p:nvPicPr>
        <p:blipFill rotWithShape="1">
          <a:blip r:embed="rId3">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ictures, text and sidebar">
  <p:cSld name="Two pictures, text and sidebar">
    <p:bg>
      <p:bgPr>
        <a:solidFill>
          <a:schemeClr val="lt1"/>
        </a:solidFill>
      </p:bgPr>
    </p:bg>
    <p:spTree>
      <p:nvGrpSpPr>
        <p:cNvPr id="199" name="Shape 199"/>
        <p:cNvGrpSpPr/>
        <p:nvPr/>
      </p:nvGrpSpPr>
      <p:grpSpPr>
        <a:xfrm>
          <a:off x="0" y="0"/>
          <a:ext cx="0" cy="0"/>
          <a:chOff x="0" y="0"/>
          <a:chExt cx="0" cy="0"/>
        </a:xfrm>
      </p:grpSpPr>
      <p:sp>
        <p:nvSpPr>
          <p:cNvPr id="200" name="Google Shape;200;p26"/>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descr="Screen Shot 2016-11-11 at 09.55.03.png" id="201" name="Google Shape;201;p26"/>
          <p:cNvPicPr preferRelativeResize="0"/>
          <p:nvPr/>
        </p:nvPicPr>
        <p:blipFill rotWithShape="1">
          <a:blip r:embed="rId2">
            <a:alphaModFix/>
          </a:blip>
          <a:srcRect b="0" l="0" r="0" t="0"/>
          <a:stretch/>
        </p:blipFill>
        <p:spPr>
          <a:xfrm>
            <a:off x="8124300" y="4833000"/>
            <a:ext cx="831600" cy="173251"/>
          </a:xfrm>
          <a:prstGeom prst="rect">
            <a:avLst/>
          </a:prstGeom>
          <a:noFill/>
          <a:ln>
            <a:noFill/>
          </a:ln>
        </p:spPr>
      </p:pic>
      <p:sp>
        <p:nvSpPr>
          <p:cNvPr id="202" name="Google Shape;202;p26"/>
          <p:cNvSpPr/>
          <p:nvPr/>
        </p:nvSpPr>
        <p:spPr>
          <a:xfrm>
            <a:off x="7009119" y="0"/>
            <a:ext cx="2134881" cy="5143500"/>
          </a:xfrm>
          <a:prstGeom prst="rect">
            <a:avLst/>
          </a:prstGeom>
          <a:solidFill>
            <a:schemeClr val="dk2"/>
          </a:solidFill>
          <a:ln>
            <a:noFill/>
          </a:ln>
        </p:spPr>
        <p:txBody>
          <a:bodyPr anchorCtr="0" anchor="ctr" bIns="46800" lIns="90000" spcFirstLastPara="1" rIns="90000" wrap="square" tIns="46800">
            <a:noAutofit/>
          </a:bodyPr>
          <a:lstStyle/>
          <a:p>
            <a:pPr indent="0" lvl="0" marL="0" marR="0" rtl="0" algn="ctr">
              <a:lnSpc>
                <a:spcPct val="80000"/>
              </a:lnSpc>
              <a:spcBef>
                <a:spcPts val="0"/>
              </a:spcBef>
              <a:spcAft>
                <a:spcPts val="0"/>
              </a:spcAft>
              <a:buNone/>
            </a:pPr>
            <a:r>
              <a:t/>
            </a:r>
            <a:endParaRPr sz="1400">
              <a:solidFill>
                <a:srgbClr val="FFFFFF"/>
              </a:solidFill>
              <a:latin typeface="Arial"/>
              <a:ea typeface="Arial"/>
              <a:cs typeface="Arial"/>
              <a:sym typeface="Arial"/>
            </a:endParaRPr>
          </a:p>
        </p:txBody>
      </p:sp>
      <p:grpSp>
        <p:nvGrpSpPr>
          <p:cNvPr id="203" name="Google Shape;203;p26"/>
          <p:cNvGrpSpPr/>
          <p:nvPr/>
        </p:nvGrpSpPr>
        <p:grpSpPr>
          <a:xfrm>
            <a:off x="7223126" y="1813285"/>
            <a:ext cx="1920530" cy="21835"/>
            <a:chOff x="9639300" y="2417713"/>
            <a:chExt cx="2560707" cy="29114"/>
          </a:xfrm>
        </p:grpSpPr>
        <p:cxnSp>
          <p:nvCxnSpPr>
            <p:cNvPr id="204" name="Google Shape;204;p26"/>
            <p:cNvCxnSpPr/>
            <p:nvPr/>
          </p:nvCxnSpPr>
          <p:spPr>
            <a:xfrm>
              <a:off x="9639300" y="2417713"/>
              <a:ext cx="2560707"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205" name="Google Shape;205;p26"/>
            <p:cNvCxnSpPr/>
            <p:nvPr/>
          </p:nvCxnSpPr>
          <p:spPr>
            <a:xfrm>
              <a:off x="9639300" y="2446826"/>
              <a:ext cx="1291166" cy="1"/>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206" name="Google Shape;206;p26"/>
          <p:cNvSpPr txBox="1"/>
          <p:nvPr>
            <p:ph idx="1" type="body"/>
          </p:nvPr>
        </p:nvSpPr>
        <p:spPr>
          <a:xfrm>
            <a:off x="359569" y="490538"/>
            <a:ext cx="6435543" cy="675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900"/>
              <a:buNone/>
              <a:defRPr sz="1900">
                <a:solidFill>
                  <a:schemeClr val="dk2"/>
                </a:solidFill>
              </a:defRPr>
            </a:lvl1pPr>
            <a:lvl2pPr indent="-400050" lvl="1" marL="914400" algn="l">
              <a:lnSpc>
                <a:spcPct val="113000"/>
              </a:lnSpc>
              <a:spcBef>
                <a:spcPts val="0"/>
              </a:spcBef>
              <a:spcAft>
                <a:spcPts val="0"/>
              </a:spcAft>
              <a:buClr>
                <a:schemeClr val="lt1"/>
              </a:buClr>
              <a:buSzPts val="2700"/>
              <a:buChar char="–"/>
              <a:defRPr sz="2700">
                <a:solidFill>
                  <a:schemeClr val="lt1"/>
                </a:solidFill>
              </a:defRPr>
            </a:lvl2pPr>
            <a:lvl3pPr indent="-400050" lvl="2" marL="1371600" algn="l">
              <a:lnSpc>
                <a:spcPct val="113000"/>
              </a:lnSpc>
              <a:spcBef>
                <a:spcPts val="0"/>
              </a:spcBef>
              <a:spcAft>
                <a:spcPts val="0"/>
              </a:spcAft>
              <a:buClr>
                <a:schemeClr val="lt1"/>
              </a:buClr>
              <a:buSzPts val="2700"/>
              <a:buChar char="–"/>
              <a:defRPr sz="2700">
                <a:solidFill>
                  <a:schemeClr val="lt1"/>
                </a:solidFill>
              </a:defRPr>
            </a:lvl3pPr>
            <a:lvl4pPr indent="-400050" lvl="3" marL="1828800" algn="l">
              <a:lnSpc>
                <a:spcPct val="113000"/>
              </a:lnSpc>
              <a:spcBef>
                <a:spcPts val="0"/>
              </a:spcBef>
              <a:spcAft>
                <a:spcPts val="0"/>
              </a:spcAft>
              <a:buClr>
                <a:schemeClr val="lt1"/>
              </a:buClr>
              <a:buSzPts val="2700"/>
              <a:buChar char="–"/>
              <a:defRPr sz="2700">
                <a:solidFill>
                  <a:schemeClr val="lt1"/>
                </a:solidFill>
              </a:defRPr>
            </a:lvl4pPr>
            <a:lvl5pPr indent="-400050" lvl="4" marL="2286000" algn="l">
              <a:lnSpc>
                <a:spcPct val="113000"/>
              </a:lnSpc>
              <a:spcBef>
                <a:spcPts val="0"/>
              </a:spcBef>
              <a:spcAft>
                <a:spcPts val="0"/>
              </a:spcAft>
              <a:buClr>
                <a:schemeClr val="lt1"/>
              </a:buClr>
              <a:buSzPts val="2700"/>
              <a:buChar char="–"/>
              <a:defRPr sz="27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07" name="Google Shape;207;p26"/>
          <p:cNvSpPr txBox="1"/>
          <p:nvPr>
            <p:ph idx="2" type="body"/>
          </p:nvPr>
        </p:nvSpPr>
        <p:spPr>
          <a:xfrm>
            <a:off x="7223126" y="2073632"/>
            <a:ext cx="1726424" cy="62021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85750" lvl="1" marL="914400" algn="l">
              <a:lnSpc>
                <a:spcPct val="90000"/>
              </a:lnSpc>
              <a:spcBef>
                <a:spcPts val="1400"/>
              </a:spcBef>
              <a:spcAft>
                <a:spcPts val="0"/>
              </a:spcAft>
              <a:buClr>
                <a:schemeClr val="lt1"/>
              </a:buClr>
              <a:buSzPts val="900"/>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08" name="Google Shape;208;p26"/>
          <p:cNvSpPr txBox="1"/>
          <p:nvPr>
            <p:ph idx="3" type="body"/>
          </p:nvPr>
        </p:nvSpPr>
        <p:spPr>
          <a:xfrm>
            <a:off x="7223126" y="3625832"/>
            <a:ext cx="1726424" cy="863381"/>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09" name="Google Shape;209;p26"/>
          <p:cNvSpPr txBox="1"/>
          <p:nvPr>
            <p:ph idx="4" type="body"/>
          </p:nvPr>
        </p:nvSpPr>
        <p:spPr>
          <a:xfrm>
            <a:off x="7223126" y="2742193"/>
            <a:ext cx="1726424" cy="83529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10" name="Google Shape;210;p26"/>
          <p:cNvSpPr txBox="1"/>
          <p:nvPr>
            <p:ph type="title"/>
          </p:nvPr>
        </p:nvSpPr>
        <p:spPr>
          <a:xfrm>
            <a:off x="7223126" y="490538"/>
            <a:ext cx="1732774" cy="1196081"/>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700"/>
              <a:buFont typeface="Arial"/>
              <a:buNone/>
              <a:defRPr sz="27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1" name="Google Shape;211;p26"/>
          <p:cNvSpPr txBox="1"/>
          <p:nvPr>
            <p:ph idx="5" type="body"/>
          </p:nvPr>
        </p:nvSpPr>
        <p:spPr>
          <a:xfrm>
            <a:off x="359100" y="1174500"/>
            <a:ext cx="3078000" cy="31713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100"/>
              <a:buNone/>
              <a:defRPr b="1"/>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12" name="Google Shape;212;p26"/>
          <p:cNvSpPr txBox="1"/>
          <p:nvPr>
            <p:ph idx="6" type="body"/>
          </p:nvPr>
        </p:nvSpPr>
        <p:spPr>
          <a:xfrm>
            <a:off x="3707100" y="1174500"/>
            <a:ext cx="3078000" cy="317131"/>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100"/>
              <a:buNone/>
              <a:defRPr b="1"/>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13" name="Google Shape;213;p26"/>
          <p:cNvSpPr/>
          <p:nvPr>
            <p:ph idx="7" type="pic"/>
          </p:nvPr>
        </p:nvSpPr>
        <p:spPr>
          <a:xfrm>
            <a:off x="359569" y="1545636"/>
            <a:ext cx="3078000" cy="2597093"/>
          </a:xfrm>
          <a:prstGeom prst="rect">
            <a:avLst/>
          </a:prstGeom>
          <a:noFill/>
          <a:ln>
            <a:noFill/>
          </a:ln>
        </p:spPr>
      </p:sp>
      <p:sp>
        <p:nvSpPr>
          <p:cNvPr id="214" name="Google Shape;214;p26"/>
          <p:cNvSpPr/>
          <p:nvPr>
            <p:ph idx="8" type="pic"/>
          </p:nvPr>
        </p:nvSpPr>
        <p:spPr>
          <a:xfrm>
            <a:off x="3707100" y="1545636"/>
            <a:ext cx="3078000" cy="2597093"/>
          </a:xfrm>
          <a:prstGeom prst="rect">
            <a:avLst/>
          </a:prstGeom>
          <a:noFill/>
          <a:ln>
            <a:noFill/>
          </a:ln>
        </p:spPr>
      </p:sp>
      <p:cxnSp>
        <p:nvCxnSpPr>
          <p:cNvPr id="215" name="Google Shape;215;p26"/>
          <p:cNvCxnSpPr/>
          <p:nvPr/>
        </p:nvCxnSpPr>
        <p:spPr>
          <a:xfrm>
            <a:off x="7009118" y="0"/>
            <a:ext cx="0" cy="5143500"/>
          </a:xfrm>
          <a:prstGeom prst="straightConnector1">
            <a:avLst/>
          </a:prstGeom>
          <a:noFill/>
          <a:ln cap="flat" cmpd="sng" w="9525">
            <a:solidFill>
              <a:schemeClr val="lt1"/>
            </a:solidFill>
            <a:prstDash val="solid"/>
            <a:miter lim="800000"/>
            <a:headEnd len="sm" w="sm" type="none"/>
            <a:tailEnd len="sm" w="sm" type="none"/>
          </a:ln>
        </p:spPr>
      </p:cxnSp>
      <p:grpSp>
        <p:nvGrpSpPr>
          <p:cNvPr id="216" name="Google Shape;216;p26"/>
          <p:cNvGrpSpPr/>
          <p:nvPr/>
        </p:nvGrpSpPr>
        <p:grpSpPr>
          <a:xfrm>
            <a:off x="8138508" y="4847600"/>
            <a:ext cx="810000" cy="149955"/>
            <a:chOff x="830300" y="1716088"/>
            <a:chExt cx="10058401" cy="1862137"/>
          </a:xfrm>
        </p:grpSpPr>
        <p:sp>
          <p:nvSpPr>
            <p:cNvPr id="217" name="Google Shape;217;p26"/>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18" name="Google Shape;218;p26"/>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19" name="Google Shape;219;p26"/>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20" name="Google Shape;220;p26"/>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21" name="Google Shape;221;p26"/>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22" name="Google Shape;222;p26"/>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223" name="Google Shape;223;p26"/>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224" name="Google Shape;224;p26"/>
          <p:cNvPicPr preferRelativeResize="0"/>
          <p:nvPr/>
        </p:nvPicPr>
        <p:blipFill rotWithShape="1">
          <a:blip r:embed="rId3">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sidebar">
  <p:cSld name="Content and sidebar">
    <p:bg>
      <p:bgPr>
        <a:solidFill>
          <a:schemeClr val="lt1"/>
        </a:solidFill>
      </p:bgPr>
    </p:bg>
    <p:spTree>
      <p:nvGrpSpPr>
        <p:cNvPr id="225" name="Shape 225"/>
        <p:cNvGrpSpPr/>
        <p:nvPr/>
      </p:nvGrpSpPr>
      <p:grpSpPr>
        <a:xfrm>
          <a:off x="0" y="0"/>
          <a:ext cx="0" cy="0"/>
          <a:chOff x="0" y="0"/>
          <a:chExt cx="0" cy="0"/>
        </a:xfrm>
      </p:grpSpPr>
      <p:sp>
        <p:nvSpPr>
          <p:cNvPr id="226" name="Google Shape;226;p27"/>
          <p:cNvSpPr txBox="1"/>
          <p:nvPr>
            <p:ph idx="1" type="body"/>
          </p:nvPr>
        </p:nvSpPr>
        <p:spPr>
          <a:xfrm>
            <a:off x="359569" y="1174500"/>
            <a:ext cx="6432947" cy="3387975"/>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27" name="Google Shape;227;p27"/>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descr="Screen Shot 2016-11-11 at 09.55.03.png" id="228" name="Google Shape;228;p27"/>
          <p:cNvPicPr preferRelativeResize="0"/>
          <p:nvPr/>
        </p:nvPicPr>
        <p:blipFill rotWithShape="1">
          <a:blip r:embed="rId2">
            <a:alphaModFix/>
          </a:blip>
          <a:srcRect b="0" l="0" r="0" t="0"/>
          <a:stretch/>
        </p:blipFill>
        <p:spPr>
          <a:xfrm>
            <a:off x="8124300" y="4833000"/>
            <a:ext cx="831600" cy="173251"/>
          </a:xfrm>
          <a:prstGeom prst="rect">
            <a:avLst/>
          </a:prstGeom>
          <a:noFill/>
          <a:ln>
            <a:noFill/>
          </a:ln>
        </p:spPr>
      </p:pic>
      <p:sp>
        <p:nvSpPr>
          <p:cNvPr id="229" name="Google Shape;229;p27"/>
          <p:cNvSpPr/>
          <p:nvPr/>
        </p:nvSpPr>
        <p:spPr>
          <a:xfrm>
            <a:off x="7009118" y="0"/>
            <a:ext cx="2134882" cy="5143500"/>
          </a:xfrm>
          <a:prstGeom prst="rect">
            <a:avLst/>
          </a:prstGeom>
          <a:solidFill>
            <a:schemeClr val="dk2"/>
          </a:solidFill>
          <a:ln>
            <a:noFill/>
          </a:ln>
        </p:spPr>
        <p:txBody>
          <a:bodyPr anchorCtr="0" anchor="ctr" bIns="46800" lIns="90000" spcFirstLastPara="1" rIns="90000" wrap="square" tIns="46800">
            <a:noAutofit/>
          </a:bodyPr>
          <a:lstStyle/>
          <a:p>
            <a:pPr indent="0" lvl="0" marL="0" marR="0" rtl="0" algn="ctr">
              <a:lnSpc>
                <a:spcPct val="80000"/>
              </a:lnSpc>
              <a:spcBef>
                <a:spcPts val="0"/>
              </a:spcBef>
              <a:spcAft>
                <a:spcPts val="0"/>
              </a:spcAft>
              <a:buNone/>
            </a:pPr>
            <a:r>
              <a:t/>
            </a:r>
            <a:endParaRPr sz="1400">
              <a:solidFill>
                <a:srgbClr val="FFFFFF"/>
              </a:solidFill>
              <a:latin typeface="Arial"/>
              <a:ea typeface="Arial"/>
              <a:cs typeface="Arial"/>
              <a:sym typeface="Arial"/>
            </a:endParaRPr>
          </a:p>
        </p:txBody>
      </p:sp>
      <p:grpSp>
        <p:nvGrpSpPr>
          <p:cNvPr id="230" name="Google Shape;230;p27"/>
          <p:cNvGrpSpPr/>
          <p:nvPr/>
        </p:nvGrpSpPr>
        <p:grpSpPr>
          <a:xfrm>
            <a:off x="7223126" y="1813285"/>
            <a:ext cx="1920874" cy="21835"/>
            <a:chOff x="9639300" y="2417713"/>
            <a:chExt cx="2561166" cy="29114"/>
          </a:xfrm>
        </p:grpSpPr>
        <p:cxnSp>
          <p:nvCxnSpPr>
            <p:cNvPr id="231" name="Google Shape;231;p27"/>
            <p:cNvCxnSpPr/>
            <p:nvPr/>
          </p:nvCxnSpPr>
          <p:spPr>
            <a:xfrm>
              <a:off x="9639300" y="2417713"/>
              <a:ext cx="2561166"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232" name="Google Shape;232;p27"/>
            <p:cNvCxnSpPr/>
            <p:nvPr/>
          </p:nvCxnSpPr>
          <p:spPr>
            <a:xfrm>
              <a:off x="9639300" y="2446826"/>
              <a:ext cx="1291166" cy="1"/>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233" name="Google Shape;233;p27"/>
          <p:cNvSpPr txBox="1"/>
          <p:nvPr>
            <p:ph idx="2" type="body"/>
          </p:nvPr>
        </p:nvSpPr>
        <p:spPr>
          <a:xfrm>
            <a:off x="359100" y="491400"/>
            <a:ext cx="6436800" cy="675085"/>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900"/>
              <a:buNone/>
              <a:defRPr sz="1900">
                <a:solidFill>
                  <a:schemeClr val="dk2"/>
                </a:solidFill>
              </a:defRPr>
            </a:lvl1pPr>
            <a:lvl2pPr indent="-400050" lvl="1" marL="914400" algn="l">
              <a:lnSpc>
                <a:spcPct val="113000"/>
              </a:lnSpc>
              <a:spcBef>
                <a:spcPts val="0"/>
              </a:spcBef>
              <a:spcAft>
                <a:spcPts val="0"/>
              </a:spcAft>
              <a:buClr>
                <a:schemeClr val="lt1"/>
              </a:buClr>
              <a:buSzPts val="2700"/>
              <a:buChar char="–"/>
              <a:defRPr sz="2700">
                <a:solidFill>
                  <a:schemeClr val="lt1"/>
                </a:solidFill>
              </a:defRPr>
            </a:lvl2pPr>
            <a:lvl3pPr indent="-400050" lvl="2" marL="1371600" algn="l">
              <a:lnSpc>
                <a:spcPct val="113000"/>
              </a:lnSpc>
              <a:spcBef>
                <a:spcPts val="0"/>
              </a:spcBef>
              <a:spcAft>
                <a:spcPts val="0"/>
              </a:spcAft>
              <a:buClr>
                <a:schemeClr val="lt1"/>
              </a:buClr>
              <a:buSzPts val="2700"/>
              <a:buChar char="–"/>
              <a:defRPr sz="2700">
                <a:solidFill>
                  <a:schemeClr val="lt1"/>
                </a:solidFill>
              </a:defRPr>
            </a:lvl3pPr>
            <a:lvl4pPr indent="-400050" lvl="3" marL="1828800" algn="l">
              <a:lnSpc>
                <a:spcPct val="113000"/>
              </a:lnSpc>
              <a:spcBef>
                <a:spcPts val="0"/>
              </a:spcBef>
              <a:spcAft>
                <a:spcPts val="0"/>
              </a:spcAft>
              <a:buClr>
                <a:schemeClr val="lt1"/>
              </a:buClr>
              <a:buSzPts val="2700"/>
              <a:buChar char="–"/>
              <a:defRPr sz="2700">
                <a:solidFill>
                  <a:schemeClr val="lt1"/>
                </a:solidFill>
              </a:defRPr>
            </a:lvl4pPr>
            <a:lvl5pPr indent="-400050" lvl="4" marL="2286000" algn="l">
              <a:lnSpc>
                <a:spcPct val="113000"/>
              </a:lnSpc>
              <a:spcBef>
                <a:spcPts val="0"/>
              </a:spcBef>
              <a:spcAft>
                <a:spcPts val="0"/>
              </a:spcAft>
              <a:buClr>
                <a:schemeClr val="lt1"/>
              </a:buClr>
              <a:buSzPts val="2700"/>
              <a:buChar char="–"/>
              <a:defRPr sz="27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34" name="Google Shape;234;p27"/>
          <p:cNvSpPr txBox="1"/>
          <p:nvPr>
            <p:ph idx="3" type="body"/>
          </p:nvPr>
        </p:nvSpPr>
        <p:spPr>
          <a:xfrm>
            <a:off x="7223126" y="2073632"/>
            <a:ext cx="1726424" cy="62021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85750" lvl="1" marL="914400" algn="l">
              <a:lnSpc>
                <a:spcPct val="90000"/>
              </a:lnSpc>
              <a:spcBef>
                <a:spcPts val="1400"/>
              </a:spcBef>
              <a:spcAft>
                <a:spcPts val="0"/>
              </a:spcAft>
              <a:buClr>
                <a:schemeClr val="lt1"/>
              </a:buClr>
              <a:buSzPts val="900"/>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35" name="Google Shape;235;p27"/>
          <p:cNvSpPr txBox="1"/>
          <p:nvPr>
            <p:ph idx="4" type="body"/>
          </p:nvPr>
        </p:nvSpPr>
        <p:spPr>
          <a:xfrm>
            <a:off x="7223126" y="3625832"/>
            <a:ext cx="1726424" cy="863381"/>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36" name="Google Shape;236;p27"/>
          <p:cNvSpPr txBox="1"/>
          <p:nvPr>
            <p:ph idx="5" type="body"/>
          </p:nvPr>
        </p:nvSpPr>
        <p:spPr>
          <a:xfrm>
            <a:off x="7223126" y="2742193"/>
            <a:ext cx="1726424" cy="83529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37" name="Google Shape;237;p27"/>
          <p:cNvSpPr txBox="1"/>
          <p:nvPr>
            <p:ph type="title"/>
          </p:nvPr>
        </p:nvSpPr>
        <p:spPr>
          <a:xfrm>
            <a:off x="7223126" y="491400"/>
            <a:ext cx="1733400" cy="11961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700"/>
              <a:buFont typeface="Arial"/>
              <a:buNone/>
              <a:defRPr sz="27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cxnSp>
        <p:nvCxnSpPr>
          <p:cNvPr id="238" name="Google Shape;238;p27"/>
          <p:cNvCxnSpPr/>
          <p:nvPr/>
        </p:nvCxnSpPr>
        <p:spPr>
          <a:xfrm>
            <a:off x="7009118" y="0"/>
            <a:ext cx="0" cy="5143500"/>
          </a:xfrm>
          <a:prstGeom prst="straightConnector1">
            <a:avLst/>
          </a:prstGeom>
          <a:noFill/>
          <a:ln cap="flat" cmpd="sng" w="9525">
            <a:solidFill>
              <a:schemeClr val="lt1"/>
            </a:solidFill>
            <a:prstDash val="solid"/>
            <a:miter lim="800000"/>
            <a:headEnd len="sm" w="sm" type="none"/>
            <a:tailEnd len="sm" w="sm" type="none"/>
          </a:ln>
        </p:spPr>
      </p:cxnSp>
      <p:grpSp>
        <p:nvGrpSpPr>
          <p:cNvPr id="239" name="Google Shape;239;p27"/>
          <p:cNvGrpSpPr/>
          <p:nvPr/>
        </p:nvGrpSpPr>
        <p:grpSpPr>
          <a:xfrm>
            <a:off x="8138508" y="4847600"/>
            <a:ext cx="810000" cy="149955"/>
            <a:chOff x="830300" y="1716088"/>
            <a:chExt cx="10058401" cy="1862137"/>
          </a:xfrm>
        </p:grpSpPr>
        <p:sp>
          <p:nvSpPr>
            <p:cNvPr id="240" name="Google Shape;240;p27"/>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1" name="Google Shape;241;p27"/>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2" name="Google Shape;242;p27"/>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3" name="Google Shape;243;p27"/>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4" name="Google Shape;244;p27"/>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5" name="Google Shape;245;p27"/>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246" name="Google Shape;246;p27"/>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247" name="Google Shape;247;p27"/>
          <p:cNvPicPr preferRelativeResize="0"/>
          <p:nvPr/>
        </p:nvPicPr>
        <p:blipFill rotWithShape="1">
          <a:blip r:embed="rId3">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nd wide sidebar" showMasterSp="0">
  <p:cSld name="Picture and wide sidebar">
    <p:bg>
      <p:bgPr>
        <a:solidFill>
          <a:srgbClr val="D8D8D8"/>
        </a:solidFill>
      </p:bgPr>
    </p:bg>
    <p:spTree>
      <p:nvGrpSpPr>
        <p:cNvPr id="248" name="Shape 248"/>
        <p:cNvGrpSpPr/>
        <p:nvPr/>
      </p:nvGrpSpPr>
      <p:grpSpPr>
        <a:xfrm>
          <a:off x="0" y="0"/>
          <a:ext cx="0" cy="0"/>
          <a:chOff x="0" y="0"/>
          <a:chExt cx="0" cy="0"/>
        </a:xfrm>
      </p:grpSpPr>
      <p:sp>
        <p:nvSpPr>
          <p:cNvPr id="249" name="Google Shape;249;p28"/>
          <p:cNvSpPr/>
          <p:nvPr>
            <p:ph idx="2" type="pic"/>
          </p:nvPr>
        </p:nvSpPr>
        <p:spPr>
          <a:xfrm>
            <a:off x="0" y="0"/>
            <a:ext cx="4905375" cy="5143500"/>
          </a:xfrm>
          <a:prstGeom prst="rect">
            <a:avLst/>
          </a:prstGeom>
          <a:noFill/>
          <a:ln>
            <a:noFill/>
          </a:ln>
        </p:spPr>
      </p:sp>
      <p:sp>
        <p:nvSpPr>
          <p:cNvPr id="250" name="Google Shape;250;p28"/>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descr="Screen Shot 2016-11-11 at 09.55.03.png" id="251" name="Google Shape;251;p28"/>
          <p:cNvPicPr preferRelativeResize="0"/>
          <p:nvPr/>
        </p:nvPicPr>
        <p:blipFill rotWithShape="1">
          <a:blip r:embed="rId2">
            <a:alphaModFix/>
          </a:blip>
          <a:srcRect b="0" l="0" r="0" t="0"/>
          <a:stretch/>
        </p:blipFill>
        <p:spPr>
          <a:xfrm>
            <a:off x="8124300" y="4833000"/>
            <a:ext cx="831600" cy="173251"/>
          </a:xfrm>
          <a:prstGeom prst="rect">
            <a:avLst/>
          </a:prstGeom>
          <a:noFill/>
          <a:ln>
            <a:noFill/>
          </a:ln>
        </p:spPr>
      </p:pic>
      <p:sp>
        <p:nvSpPr>
          <p:cNvPr id="252" name="Google Shape;252;p28"/>
          <p:cNvSpPr/>
          <p:nvPr/>
        </p:nvSpPr>
        <p:spPr>
          <a:xfrm>
            <a:off x="4905376" y="0"/>
            <a:ext cx="4238624" cy="5143500"/>
          </a:xfrm>
          <a:prstGeom prst="rect">
            <a:avLst/>
          </a:prstGeom>
          <a:solidFill>
            <a:schemeClr val="dk2"/>
          </a:solidFill>
          <a:ln>
            <a:noFill/>
          </a:ln>
        </p:spPr>
        <p:txBody>
          <a:bodyPr anchorCtr="0" anchor="ctr" bIns="46800" lIns="90000" spcFirstLastPara="1" rIns="90000" wrap="square" tIns="46800">
            <a:noAutofit/>
          </a:bodyPr>
          <a:lstStyle/>
          <a:p>
            <a:pPr indent="0" lvl="0" marL="0" marR="0" rtl="0" algn="ctr">
              <a:lnSpc>
                <a:spcPct val="80000"/>
              </a:lnSpc>
              <a:spcBef>
                <a:spcPts val="0"/>
              </a:spcBef>
              <a:spcAft>
                <a:spcPts val="0"/>
              </a:spcAft>
              <a:buNone/>
            </a:pPr>
            <a:r>
              <a:t/>
            </a:r>
            <a:endParaRPr sz="1400">
              <a:solidFill>
                <a:srgbClr val="FFFFFF"/>
              </a:solidFill>
              <a:latin typeface="Arial"/>
              <a:ea typeface="Arial"/>
              <a:cs typeface="Arial"/>
              <a:sym typeface="Arial"/>
            </a:endParaRPr>
          </a:p>
        </p:txBody>
      </p:sp>
      <p:grpSp>
        <p:nvGrpSpPr>
          <p:cNvPr id="253" name="Google Shape;253;p28"/>
          <p:cNvGrpSpPr/>
          <p:nvPr/>
        </p:nvGrpSpPr>
        <p:grpSpPr>
          <a:xfrm>
            <a:off x="5119383" y="1813285"/>
            <a:ext cx="4024617" cy="21835"/>
            <a:chOff x="9639300" y="2417713"/>
            <a:chExt cx="5366156" cy="29114"/>
          </a:xfrm>
        </p:grpSpPr>
        <p:cxnSp>
          <p:nvCxnSpPr>
            <p:cNvPr id="254" name="Google Shape;254;p28"/>
            <p:cNvCxnSpPr/>
            <p:nvPr/>
          </p:nvCxnSpPr>
          <p:spPr>
            <a:xfrm>
              <a:off x="9639300" y="2417713"/>
              <a:ext cx="5366156"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255" name="Google Shape;255;p28"/>
            <p:cNvCxnSpPr/>
            <p:nvPr/>
          </p:nvCxnSpPr>
          <p:spPr>
            <a:xfrm>
              <a:off x="9639300" y="2446826"/>
              <a:ext cx="1291166" cy="1"/>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256" name="Google Shape;256;p28"/>
          <p:cNvSpPr txBox="1"/>
          <p:nvPr>
            <p:ph idx="1" type="body"/>
          </p:nvPr>
        </p:nvSpPr>
        <p:spPr>
          <a:xfrm>
            <a:off x="5119383" y="2073632"/>
            <a:ext cx="3817708" cy="62021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85750" lvl="1" marL="914400" algn="l">
              <a:lnSpc>
                <a:spcPct val="90000"/>
              </a:lnSpc>
              <a:spcBef>
                <a:spcPts val="1400"/>
              </a:spcBef>
              <a:spcAft>
                <a:spcPts val="0"/>
              </a:spcAft>
              <a:buClr>
                <a:schemeClr val="lt1"/>
              </a:buClr>
              <a:buSzPts val="900"/>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57" name="Google Shape;257;p28"/>
          <p:cNvSpPr txBox="1"/>
          <p:nvPr>
            <p:ph idx="3" type="body"/>
          </p:nvPr>
        </p:nvSpPr>
        <p:spPr>
          <a:xfrm>
            <a:off x="5119383" y="3625832"/>
            <a:ext cx="3817709" cy="863381"/>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58" name="Google Shape;258;p28"/>
          <p:cNvSpPr txBox="1"/>
          <p:nvPr>
            <p:ph idx="4" type="body"/>
          </p:nvPr>
        </p:nvSpPr>
        <p:spPr>
          <a:xfrm>
            <a:off x="5119383" y="2742193"/>
            <a:ext cx="3817709" cy="83529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cxnSp>
        <p:nvCxnSpPr>
          <p:cNvPr id="259" name="Google Shape;259;p28"/>
          <p:cNvCxnSpPr/>
          <p:nvPr/>
        </p:nvCxnSpPr>
        <p:spPr>
          <a:xfrm>
            <a:off x="4904093" y="0"/>
            <a:ext cx="0" cy="5143500"/>
          </a:xfrm>
          <a:prstGeom prst="straightConnector1">
            <a:avLst/>
          </a:prstGeom>
          <a:noFill/>
          <a:ln cap="flat" cmpd="sng" w="9525">
            <a:solidFill>
              <a:schemeClr val="lt1"/>
            </a:solidFill>
            <a:prstDash val="solid"/>
            <a:miter lim="800000"/>
            <a:headEnd len="sm" w="sm" type="none"/>
            <a:tailEnd len="sm" w="sm" type="none"/>
          </a:ln>
        </p:spPr>
      </p:cxnSp>
      <p:grpSp>
        <p:nvGrpSpPr>
          <p:cNvPr id="260" name="Google Shape;260;p28"/>
          <p:cNvGrpSpPr/>
          <p:nvPr/>
        </p:nvGrpSpPr>
        <p:grpSpPr>
          <a:xfrm>
            <a:off x="8138508" y="4847600"/>
            <a:ext cx="810000" cy="149955"/>
            <a:chOff x="830300" y="1716088"/>
            <a:chExt cx="10058401" cy="1862137"/>
          </a:xfrm>
        </p:grpSpPr>
        <p:sp>
          <p:nvSpPr>
            <p:cNvPr id="261" name="Google Shape;261;p28"/>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62" name="Google Shape;262;p28"/>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63" name="Google Shape;263;p28"/>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64" name="Google Shape;264;p28"/>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65" name="Google Shape;265;p28"/>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66" name="Google Shape;266;p28"/>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267" name="Google Shape;267;p28"/>
          <p:cNvSpPr txBox="1"/>
          <p:nvPr>
            <p:ph type="title"/>
          </p:nvPr>
        </p:nvSpPr>
        <p:spPr>
          <a:xfrm>
            <a:off x="5119383" y="491135"/>
            <a:ext cx="3817708" cy="1188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700"/>
              <a:buFont typeface="Arial"/>
              <a:buNone/>
              <a:defRPr sz="27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8" name="Google Shape;268;p28"/>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269" name="Google Shape;269;p28"/>
          <p:cNvPicPr preferRelativeResize="0"/>
          <p:nvPr/>
        </p:nvPicPr>
        <p:blipFill rotWithShape="1">
          <a:blip r:embed="rId3">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text and wide sidebar">
  <p:cSld name="Picture, text and wide sidebar">
    <p:bg>
      <p:bgPr>
        <a:solidFill>
          <a:schemeClr val="lt1"/>
        </a:solidFill>
      </p:bgPr>
    </p:bg>
    <p:spTree>
      <p:nvGrpSpPr>
        <p:cNvPr id="270" name="Shape 270"/>
        <p:cNvGrpSpPr/>
        <p:nvPr/>
      </p:nvGrpSpPr>
      <p:grpSpPr>
        <a:xfrm>
          <a:off x="0" y="0"/>
          <a:ext cx="0" cy="0"/>
          <a:chOff x="0" y="0"/>
          <a:chExt cx="0" cy="0"/>
        </a:xfrm>
      </p:grpSpPr>
      <p:sp>
        <p:nvSpPr>
          <p:cNvPr id="271" name="Google Shape;271;p29"/>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descr="Screen Shot 2016-11-11 at 09.55.03.png" id="272" name="Google Shape;272;p29"/>
          <p:cNvPicPr preferRelativeResize="0"/>
          <p:nvPr/>
        </p:nvPicPr>
        <p:blipFill rotWithShape="1">
          <a:blip r:embed="rId2">
            <a:alphaModFix/>
          </a:blip>
          <a:srcRect b="0" l="0" r="0" t="0"/>
          <a:stretch/>
        </p:blipFill>
        <p:spPr>
          <a:xfrm>
            <a:off x="8124300" y="4833000"/>
            <a:ext cx="831600" cy="173251"/>
          </a:xfrm>
          <a:prstGeom prst="rect">
            <a:avLst/>
          </a:prstGeom>
          <a:noFill/>
          <a:ln>
            <a:noFill/>
          </a:ln>
        </p:spPr>
      </p:pic>
      <p:sp>
        <p:nvSpPr>
          <p:cNvPr id="273" name="Google Shape;273;p29"/>
          <p:cNvSpPr/>
          <p:nvPr/>
        </p:nvSpPr>
        <p:spPr>
          <a:xfrm>
            <a:off x="4905376" y="0"/>
            <a:ext cx="4238624" cy="5143500"/>
          </a:xfrm>
          <a:prstGeom prst="rect">
            <a:avLst/>
          </a:prstGeom>
          <a:solidFill>
            <a:schemeClr val="dk2"/>
          </a:solidFill>
          <a:ln>
            <a:noFill/>
          </a:ln>
        </p:spPr>
        <p:txBody>
          <a:bodyPr anchorCtr="0" anchor="ctr" bIns="46800" lIns="90000" spcFirstLastPara="1" rIns="90000" wrap="square" tIns="46800">
            <a:noAutofit/>
          </a:bodyPr>
          <a:lstStyle/>
          <a:p>
            <a:pPr indent="0" lvl="0" marL="0" marR="0" rtl="0" algn="ctr">
              <a:lnSpc>
                <a:spcPct val="80000"/>
              </a:lnSpc>
              <a:spcBef>
                <a:spcPts val="0"/>
              </a:spcBef>
              <a:spcAft>
                <a:spcPts val="0"/>
              </a:spcAft>
              <a:buNone/>
            </a:pPr>
            <a:r>
              <a:t/>
            </a:r>
            <a:endParaRPr sz="1400">
              <a:solidFill>
                <a:srgbClr val="FFFFFF"/>
              </a:solidFill>
              <a:latin typeface="Arial"/>
              <a:ea typeface="Arial"/>
              <a:cs typeface="Arial"/>
              <a:sym typeface="Arial"/>
            </a:endParaRPr>
          </a:p>
        </p:txBody>
      </p:sp>
      <p:grpSp>
        <p:nvGrpSpPr>
          <p:cNvPr id="274" name="Google Shape;274;p29"/>
          <p:cNvGrpSpPr/>
          <p:nvPr/>
        </p:nvGrpSpPr>
        <p:grpSpPr>
          <a:xfrm>
            <a:off x="5119383" y="1813285"/>
            <a:ext cx="4024617" cy="21835"/>
            <a:chOff x="9639300" y="2417713"/>
            <a:chExt cx="5366156" cy="29114"/>
          </a:xfrm>
        </p:grpSpPr>
        <p:cxnSp>
          <p:nvCxnSpPr>
            <p:cNvPr id="275" name="Google Shape;275;p29"/>
            <p:cNvCxnSpPr/>
            <p:nvPr/>
          </p:nvCxnSpPr>
          <p:spPr>
            <a:xfrm>
              <a:off x="9639300" y="2417713"/>
              <a:ext cx="5366156"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276" name="Google Shape;276;p29"/>
            <p:cNvCxnSpPr/>
            <p:nvPr/>
          </p:nvCxnSpPr>
          <p:spPr>
            <a:xfrm>
              <a:off x="9639300" y="2446826"/>
              <a:ext cx="1291166" cy="1"/>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277" name="Google Shape;277;p29"/>
          <p:cNvSpPr txBox="1"/>
          <p:nvPr>
            <p:ph idx="1" type="body"/>
          </p:nvPr>
        </p:nvSpPr>
        <p:spPr>
          <a:xfrm>
            <a:off x="359100" y="490026"/>
            <a:ext cx="4212000" cy="675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900"/>
              <a:buNone/>
              <a:defRPr sz="1900">
                <a:solidFill>
                  <a:schemeClr val="dk2"/>
                </a:solidFill>
              </a:defRPr>
            </a:lvl1pPr>
            <a:lvl2pPr indent="-400050" lvl="1" marL="914400" algn="l">
              <a:lnSpc>
                <a:spcPct val="113000"/>
              </a:lnSpc>
              <a:spcBef>
                <a:spcPts val="0"/>
              </a:spcBef>
              <a:spcAft>
                <a:spcPts val="0"/>
              </a:spcAft>
              <a:buClr>
                <a:schemeClr val="lt1"/>
              </a:buClr>
              <a:buSzPts val="2700"/>
              <a:buChar char="–"/>
              <a:defRPr sz="2700">
                <a:solidFill>
                  <a:schemeClr val="lt1"/>
                </a:solidFill>
              </a:defRPr>
            </a:lvl2pPr>
            <a:lvl3pPr indent="-400050" lvl="2" marL="1371600" algn="l">
              <a:lnSpc>
                <a:spcPct val="113000"/>
              </a:lnSpc>
              <a:spcBef>
                <a:spcPts val="0"/>
              </a:spcBef>
              <a:spcAft>
                <a:spcPts val="0"/>
              </a:spcAft>
              <a:buClr>
                <a:schemeClr val="lt1"/>
              </a:buClr>
              <a:buSzPts val="2700"/>
              <a:buChar char="–"/>
              <a:defRPr sz="2700">
                <a:solidFill>
                  <a:schemeClr val="lt1"/>
                </a:solidFill>
              </a:defRPr>
            </a:lvl3pPr>
            <a:lvl4pPr indent="-400050" lvl="3" marL="1828800" algn="l">
              <a:lnSpc>
                <a:spcPct val="113000"/>
              </a:lnSpc>
              <a:spcBef>
                <a:spcPts val="0"/>
              </a:spcBef>
              <a:spcAft>
                <a:spcPts val="0"/>
              </a:spcAft>
              <a:buClr>
                <a:schemeClr val="lt1"/>
              </a:buClr>
              <a:buSzPts val="2700"/>
              <a:buChar char="–"/>
              <a:defRPr sz="2700">
                <a:solidFill>
                  <a:schemeClr val="lt1"/>
                </a:solidFill>
              </a:defRPr>
            </a:lvl4pPr>
            <a:lvl5pPr indent="-400050" lvl="4" marL="2286000" algn="l">
              <a:lnSpc>
                <a:spcPct val="113000"/>
              </a:lnSpc>
              <a:spcBef>
                <a:spcPts val="0"/>
              </a:spcBef>
              <a:spcAft>
                <a:spcPts val="0"/>
              </a:spcAft>
              <a:buClr>
                <a:schemeClr val="lt1"/>
              </a:buClr>
              <a:buSzPts val="2700"/>
              <a:buChar char="–"/>
              <a:defRPr sz="27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78" name="Google Shape;278;p29"/>
          <p:cNvSpPr txBox="1"/>
          <p:nvPr>
            <p:ph idx="2" type="body"/>
          </p:nvPr>
        </p:nvSpPr>
        <p:spPr>
          <a:xfrm>
            <a:off x="5119383" y="2073632"/>
            <a:ext cx="3817708" cy="62021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85750" lvl="1" marL="914400" algn="l">
              <a:lnSpc>
                <a:spcPct val="90000"/>
              </a:lnSpc>
              <a:spcBef>
                <a:spcPts val="1400"/>
              </a:spcBef>
              <a:spcAft>
                <a:spcPts val="0"/>
              </a:spcAft>
              <a:buClr>
                <a:schemeClr val="lt1"/>
              </a:buClr>
              <a:buSzPts val="900"/>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79" name="Google Shape;279;p29"/>
          <p:cNvSpPr txBox="1"/>
          <p:nvPr>
            <p:ph idx="3" type="body"/>
          </p:nvPr>
        </p:nvSpPr>
        <p:spPr>
          <a:xfrm>
            <a:off x="5119383" y="3625832"/>
            <a:ext cx="3817709" cy="863381"/>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80" name="Google Shape;280;p29"/>
          <p:cNvSpPr txBox="1"/>
          <p:nvPr>
            <p:ph idx="4" type="body"/>
          </p:nvPr>
        </p:nvSpPr>
        <p:spPr>
          <a:xfrm>
            <a:off x="5119383" y="2742193"/>
            <a:ext cx="3817709" cy="83529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81" name="Google Shape;281;p29"/>
          <p:cNvSpPr txBox="1"/>
          <p:nvPr>
            <p:ph type="title"/>
          </p:nvPr>
        </p:nvSpPr>
        <p:spPr>
          <a:xfrm>
            <a:off x="5119383" y="490269"/>
            <a:ext cx="3817708" cy="1188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700"/>
              <a:buFont typeface="Arial"/>
              <a:buNone/>
              <a:defRPr sz="27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2" name="Google Shape;282;p29"/>
          <p:cNvSpPr txBox="1"/>
          <p:nvPr>
            <p:ph idx="5" type="body"/>
          </p:nvPr>
        </p:nvSpPr>
        <p:spPr>
          <a:xfrm>
            <a:off x="359100" y="1174501"/>
            <a:ext cx="4212000" cy="31713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100"/>
              <a:buNone/>
              <a:defRPr b="1"/>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283" name="Google Shape;283;p29"/>
          <p:cNvSpPr/>
          <p:nvPr>
            <p:ph idx="6" type="pic"/>
          </p:nvPr>
        </p:nvSpPr>
        <p:spPr>
          <a:xfrm>
            <a:off x="359569" y="1545637"/>
            <a:ext cx="4212000" cy="2597093"/>
          </a:xfrm>
          <a:prstGeom prst="rect">
            <a:avLst/>
          </a:prstGeom>
          <a:noFill/>
          <a:ln>
            <a:noFill/>
          </a:ln>
        </p:spPr>
      </p:sp>
      <p:cxnSp>
        <p:nvCxnSpPr>
          <p:cNvPr id="284" name="Google Shape;284;p29"/>
          <p:cNvCxnSpPr/>
          <p:nvPr/>
        </p:nvCxnSpPr>
        <p:spPr>
          <a:xfrm>
            <a:off x="4904093" y="0"/>
            <a:ext cx="0" cy="5143500"/>
          </a:xfrm>
          <a:prstGeom prst="straightConnector1">
            <a:avLst/>
          </a:prstGeom>
          <a:noFill/>
          <a:ln cap="flat" cmpd="sng" w="9525">
            <a:solidFill>
              <a:schemeClr val="lt1"/>
            </a:solidFill>
            <a:prstDash val="solid"/>
            <a:miter lim="800000"/>
            <a:headEnd len="sm" w="sm" type="none"/>
            <a:tailEnd len="sm" w="sm" type="none"/>
          </a:ln>
        </p:spPr>
      </p:cxnSp>
      <p:grpSp>
        <p:nvGrpSpPr>
          <p:cNvPr id="285" name="Google Shape;285;p29"/>
          <p:cNvGrpSpPr/>
          <p:nvPr/>
        </p:nvGrpSpPr>
        <p:grpSpPr>
          <a:xfrm>
            <a:off x="8138508" y="4847600"/>
            <a:ext cx="810000" cy="149955"/>
            <a:chOff x="830300" y="1716088"/>
            <a:chExt cx="10058401" cy="1862137"/>
          </a:xfrm>
        </p:grpSpPr>
        <p:sp>
          <p:nvSpPr>
            <p:cNvPr id="286" name="Google Shape;286;p29"/>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87" name="Google Shape;287;p29"/>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88" name="Google Shape;288;p29"/>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89" name="Google Shape;289;p29"/>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90" name="Google Shape;290;p29"/>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91" name="Google Shape;291;p29"/>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292" name="Google Shape;292;p29"/>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293" name="Google Shape;293;p29"/>
          <p:cNvPicPr preferRelativeResize="0"/>
          <p:nvPr/>
        </p:nvPicPr>
        <p:blipFill rotWithShape="1">
          <a:blip r:embed="rId3">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wide sidebar">
  <p:cSld name="Content and wide sidebar">
    <p:bg>
      <p:bgPr>
        <a:solidFill>
          <a:schemeClr val="lt1"/>
        </a:solidFill>
      </p:bgPr>
    </p:bg>
    <p:spTree>
      <p:nvGrpSpPr>
        <p:cNvPr id="294" name="Shape 294"/>
        <p:cNvGrpSpPr/>
        <p:nvPr/>
      </p:nvGrpSpPr>
      <p:grpSpPr>
        <a:xfrm>
          <a:off x="0" y="0"/>
          <a:ext cx="0" cy="0"/>
          <a:chOff x="0" y="0"/>
          <a:chExt cx="0" cy="0"/>
        </a:xfrm>
      </p:grpSpPr>
      <p:sp>
        <p:nvSpPr>
          <p:cNvPr id="295" name="Google Shape;295;p30"/>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descr="Screen Shot 2016-11-11 at 09.55.03.png" id="296" name="Google Shape;296;p30"/>
          <p:cNvPicPr preferRelativeResize="0"/>
          <p:nvPr/>
        </p:nvPicPr>
        <p:blipFill rotWithShape="1">
          <a:blip r:embed="rId2">
            <a:alphaModFix/>
          </a:blip>
          <a:srcRect b="0" l="0" r="0" t="0"/>
          <a:stretch/>
        </p:blipFill>
        <p:spPr>
          <a:xfrm>
            <a:off x="8124300" y="4833000"/>
            <a:ext cx="831600" cy="173251"/>
          </a:xfrm>
          <a:prstGeom prst="rect">
            <a:avLst/>
          </a:prstGeom>
          <a:noFill/>
          <a:ln>
            <a:noFill/>
          </a:ln>
        </p:spPr>
      </p:pic>
      <p:sp>
        <p:nvSpPr>
          <p:cNvPr id="297" name="Google Shape;297;p30"/>
          <p:cNvSpPr/>
          <p:nvPr/>
        </p:nvSpPr>
        <p:spPr>
          <a:xfrm>
            <a:off x="4905376" y="0"/>
            <a:ext cx="4238624" cy="5143500"/>
          </a:xfrm>
          <a:prstGeom prst="rect">
            <a:avLst/>
          </a:prstGeom>
          <a:solidFill>
            <a:schemeClr val="dk2"/>
          </a:solidFill>
          <a:ln>
            <a:noFill/>
          </a:ln>
        </p:spPr>
        <p:txBody>
          <a:bodyPr anchorCtr="0" anchor="ctr" bIns="46800" lIns="90000" spcFirstLastPara="1" rIns="90000" wrap="square" tIns="46800">
            <a:noAutofit/>
          </a:bodyPr>
          <a:lstStyle/>
          <a:p>
            <a:pPr indent="0" lvl="0" marL="0" marR="0" rtl="0" algn="ctr">
              <a:lnSpc>
                <a:spcPct val="80000"/>
              </a:lnSpc>
              <a:spcBef>
                <a:spcPts val="0"/>
              </a:spcBef>
              <a:spcAft>
                <a:spcPts val="0"/>
              </a:spcAft>
              <a:buNone/>
            </a:pPr>
            <a:r>
              <a:t/>
            </a:r>
            <a:endParaRPr sz="1400">
              <a:solidFill>
                <a:srgbClr val="FFFFFF"/>
              </a:solidFill>
              <a:latin typeface="Arial"/>
              <a:ea typeface="Arial"/>
              <a:cs typeface="Arial"/>
              <a:sym typeface="Arial"/>
            </a:endParaRPr>
          </a:p>
        </p:txBody>
      </p:sp>
      <p:grpSp>
        <p:nvGrpSpPr>
          <p:cNvPr id="298" name="Google Shape;298;p30"/>
          <p:cNvGrpSpPr/>
          <p:nvPr/>
        </p:nvGrpSpPr>
        <p:grpSpPr>
          <a:xfrm>
            <a:off x="5119383" y="1813285"/>
            <a:ext cx="4024617" cy="21835"/>
            <a:chOff x="9639300" y="2417713"/>
            <a:chExt cx="5366156" cy="29114"/>
          </a:xfrm>
        </p:grpSpPr>
        <p:cxnSp>
          <p:nvCxnSpPr>
            <p:cNvPr id="299" name="Google Shape;299;p30"/>
            <p:cNvCxnSpPr/>
            <p:nvPr/>
          </p:nvCxnSpPr>
          <p:spPr>
            <a:xfrm>
              <a:off x="9639300" y="2417713"/>
              <a:ext cx="5366156"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300" name="Google Shape;300;p30"/>
            <p:cNvCxnSpPr/>
            <p:nvPr/>
          </p:nvCxnSpPr>
          <p:spPr>
            <a:xfrm>
              <a:off x="9639300" y="2446826"/>
              <a:ext cx="1291166" cy="1"/>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301" name="Google Shape;301;p30"/>
          <p:cNvSpPr txBox="1"/>
          <p:nvPr>
            <p:ph idx="1" type="body"/>
          </p:nvPr>
        </p:nvSpPr>
        <p:spPr>
          <a:xfrm>
            <a:off x="359100" y="491400"/>
            <a:ext cx="4212000" cy="675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900"/>
              <a:buNone/>
              <a:defRPr sz="1900">
                <a:solidFill>
                  <a:schemeClr val="dk2"/>
                </a:solidFill>
              </a:defRPr>
            </a:lvl1pPr>
            <a:lvl2pPr indent="-400050" lvl="1" marL="914400" algn="l">
              <a:lnSpc>
                <a:spcPct val="113000"/>
              </a:lnSpc>
              <a:spcBef>
                <a:spcPts val="0"/>
              </a:spcBef>
              <a:spcAft>
                <a:spcPts val="0"/>
              </a:spcAft>
              <a:buClr>
                <a:schemeClr val="lt1"/>
              </a:buClr>
              <a:buSzPts val="2700"/>
              <a:buChar char="–"/>
              <a:defRPr sz="2700">
                <a:solidFill>
                  <a:schemeClr val="lt1"/>
                </a:solidFill>
              </a:defRPr>
            </a:lvl2pPr>
            <a:lvl3pPr indent="-400050" lvl="2" marL="1371600" algn="l">
              <a:lnSpc>
                <a:spcPct val="113000"/>
              </a:lnSpc>
              <a:spcBef>
                <a:spcPts val="0"/>
              </a:spcBef>
              <a:spcAft>
                <a:spcPts val="0"/>
              </a:spcAft>
              <a:buClr>
                <a:schemeClr val="lt1"/>
              </a:buClr>
              <a:buSzPts val="2700"/>
              <a:buChar char="–"/>
              <a:defRPr sz="2700">
                <a:solidFill>
                  <a:schemeClr val="lt1"/>
                </a:solidFill>
              </a:defRPr>
            </a:lvl3pPr>
            <a:lvl4pPr indent="-400050" lvl="3" marL="1828800" algn="l">
              <a:lnSpc>
                <a:spcPct val="113000"/>
              </a:lnSpc>
              <a:spcBef>
                <a:spcPts val="0"/>
              </a:spcBef>
              <a:spcAft>
                <a:spcPts val="0"/>
              </a:spcAft>
              <a:buClr>
                <a:schemeClr val="lt1"/>
              </a:buClr>
              <a:buSzPts val="2700"/>
              <a:buChar char="–"/>
              <a:defRPr sz="2700">
                <a:solidFill>
                  <a:schemeClr val="lt1"/>
                </a:solidFill>
              </a:defRPr>
            </a:lvl4pPr>
            <a:lvl5pPr indent="-400050" lvl="4" marL="2286000" algn="l">
              <a:lnSpc>
                <a:spcPct val="113000"/>
              </a:lnSpc>
              <a:spcBef>
                <a:spcPts val="0"/>
              </a:spcBef>
              <a:spcAft>
                <a:spcPts val="0"/>
              </a:spcAft>
              <a:buClr>
                <a:schemeClr val="lt1"/>
              </a:buClr>
              <a:buSzPts val="2700"/>
              <a:buChar char="–"/>
              <a:defRPr sz="27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302" name="Google Shape;302;p30"/>
          <p:cNvSpPr txBox="1"/>
          <p:nvPr>
            <p:ph idx="2" type="body"/>
          </p:nvPr>
        </p:nvSpPr>
        <p:spPr>
          <a:xfrm>
            <a:off x="5119383" y="2073632"/>
            <a:ext cx="3817708" cy="62021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85750" lvl="1" marL="914400" algn="l">
              <a:lnSpc>
                <a:spcPct val="90000"/>
              </a:lnSpc>
              <a:spcBef>
                <a:spcPts val="1400"/>
              </a:spcBef>
              <a:spcAft>
                <a:spcPts val="0"/>
              </a:spcAft>
              <a:buClr>
                <a:schemeClr val="lt1"/>
              </a:buClr>
              <a:buSzPts val="900"/>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303" name="Google Shape;303;p30"/>
          <p:cNvSpPr txBox="1"/>
          <p:nvPr>
            <p:ph idx="3" type="body"/>
          </p:nvPr>
        </p:nvSpPr>
        <p:spPr>
          <a:xfrm>
            <a:off x="5119383" y="3625832"/>
            <a:ext cx="3817709" cy="863381"/>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304" name="Google Shape;304;p30"/>
          <p:cNvSpPr txBox="1"/>
          <p:nvPr>
            <p:ph idx="4" type="body"/>
          </p:nvPr>
        </p:nvSpPr>
        <p:spPr>
          <a:xfrm>
            <a:off x="5119383" y="2742193"/>
            <a:ext cx="3817709" cy="83529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900"/>
              <a:buNone/>
              <a:defRPr sz="900">
                <a:solidFill>
                  <a:schemeClr val="lt1"/>
                </a:solidFill>
              </a:defRPr>
            </a:lvl1pPr>
            <a:lvl2pPr indent="-285750" lvl="1" marL="914400" algn="l">
              <a:lnSpc>
                <a:spcPct val="90000"/>
              </a:lnSpc>
              <a:spcBef>
                <a:spcPts val="0"/>
              </a:spcBef>
              <a:spcAft>
                <a:spcPts val="0"/>
              </a:spcAft>
              <a:buClr>
                <a:schemeClr val="lt1"/>
              </a:buClr>
              <a:buSzPts val="900"/>
              <a:buFont typeface="Arial"/>
              <a:buChar char="–"/>
              <a:defRPr sz="900">
                <a:solidFill>
                  <a:schemeClr val="lt1"/>
                </a:solidFill>
              </a:defRPr>
            </a:lvl2pPr>
            <a:lvl3pPr indent="-285750" lvl="2" marL="1371600" algn="l">
              <a:lnSpc>
                <a:spcPct val="90000"/>
              </a:lnSpc>
              <a:spcBef>
                <a:spcPts val="0"/>
              </a:spcBef>
              <a:spcAft>
                <a:spcPts val="0"/>
              </a:spcAft>
              <a:buClr>
                <a:schemeClr val="lt1"/>
              </a:buClr>
              <a:buSzPts val="900"/>
              <a:buChar char="–"/>
              <a:defRPr sz="900">
                <a:solidFill>
                  <a:schemeClr val="lt1"/>
                </a:solidFill>
              </a:defRPr>
            </a:lvl3pPr>
            <a:lvl4pPr indent="-285750" lvl="3" marL="1828800" algn="l">
              <a:lnSpc>
                <a:spcPct val="90000"/>
              </a:lnSpc>
              <a:spcBef>
                <a:spcPts val="0"/>
              </a:spcBef>
              <a:spcAft>
                <a:spcPts val="0"/>
              </a:spcAft>
              <a:buClr>
                <a:schemeClr val="lt1"/>
              </a:buClr>
              <a:buSzPts val="900"/>
              <a:buChar char="–"/>
              <a:defRPr sz="900">
                <a:solidFill>
                  <a:schemeClr val="lt1"/>
                </a:solidFill>
              </a:defRPr>
            </a:lvl4pPr>
            <a:lvl5pPr indent="-285750" lvl="4" marL="2286000" algn="l">
              <a:lnSpc>
                <a:spcPct val="90000"/>
              </a:lnSpc>
              <a:spcBef>
                <a:spcPts val="0"/>
              </a:spcBef>
              <a:spcAft>
                <a:spcPts val="0"/>
              </a:spcAft>
              <a:buClr>
                <a:schemeClr val="lt1"/>
              </a:buClr>
              <a:buSzPts val="900"/>
              <a:buChar char="–"/>
              <a:defRPr sz="900">
                <a:solidFill>
                  <a:schemeClr val="lt1"/>
                </a:solidFill>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305" name="Google Shape;305;p30"/>
          <p:cNvSpPr txBox="1"/>
          <p:nvPr>
            <p:ph type="title"/>
          </p:nvPr>
        </p:nvSpPr>
        <p:spPr>
          <a:xfrm>
            <a:off x="5119384" y="490269"/>
            <a:ext cx="3836517" cy="1188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700"/>
              <a:buFont typeface="Arial"/>
              <a:buNone/>
              <a:defRPr sz="27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6" name="Google Shape;306;p30"/>
          <p:cNvSpPr txBox="1"/>
          <p:nvPr>
            <p:ph idx="5" type="body"/>
          </p:nvPr>
        </p:nvSpPr>
        <p:spPr>
          <a:xfrm>
            <a:off x="359100" y="1173956"/>
            <a:ext cx="4212000" cy="3261122"/>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cxnSp>
        <p:nvCxnSpPr>
          <p:cNvPr id="307" name="Google Shape;307;p30"/>
          <p:cNvCxnSpPr/>
          <p:nvPr/>
        </p:nvCxnSpPr>
        <p:spPr>
          <a:xfrm>
            <a:off x="4904093" y="0"/>
            <a:ext cx="0" cy="5143500"/>
          </a:xfrm>
          <a:prstGeom prst="straightConnector1">
            <a:avLst/>
          </a:prstGeom>
          <a:noFill/>
          <a:ln cap="flat" cmpd="sng" w="9525">
            <a:solidFill>
              <a:schemeClr val="lt1"/>
            </a:solidFill>
            <a:prstDash val="solid"/>
            <a:miter lim="800000"/>
            <a:headEnd len="sm" w="sm" type="none"/>
            <a:tailEnd len="sm" w="sm" type="none"/>
          </a:ln>
        </p:spPr>
      </p:cxnSp>
      <p:grpSp>
        <p:nvGrpSpPr>
          <p:cNvPr id="308" name="Google Shape;308;p30"/>
          <p:cNvGrpSpPr/>
          <p:nvPr/>
        </p:nvGrpSpPr>
        <p:grpSpPr>
          <a:xfrm>
            <a:off x="8138508" y="4847600"/>
            <a:ext cx="810000" cy="149955"/>
            <a:chOff x="830300" y="1716088"/>
            <a:chExt cx="10058401" cy="1862137"/>
          </a:xfrm>
        </p:grpSpPr>
        <p:sp>
          <p:nvSpPr>
            <p:cNvPr id="309" name="Google Shape;309;p30"/>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0" name="Google Shape;310;p30"/>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1" name="Google Shape;311;p30"/>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2" name="Google Shape;312;p30"/>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3" name="Google Shape;313;p30"/>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4" name="Google Shape;314;p30"/>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315" name="Google Shape;315;p30"/>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316" name="Google Shape;316;p30"/>
          <p:cNvPicPr preferRelativeResize="0"/>
          <p:nvPr/>
        </p:nvPicPr>
        <p:blipFill rotWithShape="1">
          <a:blip r:embed="rId3">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solidFill>
          <a:schemeClr val="lt1"/>
        </a:solidFill>
      </p:bgPr>
    </p:bg>
    <p:spTree>
      <p:nvGrpSpPr>
        <p:cNvPr id="317" name="Shape 317"/>
        <p:cNvGrpSpPr/>
        <p:nvPr/>
      </p:nvGrpSpPr>
      <p:grpSpPr>
        <a:xfrm>
          <a:off x="0" y="0"/>
          <a:ext cx="0" cy="0"/>
          <a:chOff x="0" y="0"/>
          <a:chExt cx="0" cy="0"/>
        </a:xfrm>
      </p:grpSpPr>
      <p:pic>
        <p:nvPicPr>
          <p:cNvPr id="318" name="Google Shape;318;p31"/>
          <p:cNvPicPr preferRelativeResize="0"/>
          <p:nvPr/>
        </p:nvPicPr>
        <p:blipFill rotWithShape="1">
          <a:blip r:embed="rId2">
            <a:alphaModFix/>
          </a:blip>
          <a:srcRect b="0" l="0" r="0" t="0"/>
          <a:stretch/>
        </p:blipFill>
        <p:spPr>
          <a:xfrm>
            <a:off x="0" y="0"/>
            <a:ext cx="9144000" cy="4435079"/>
          </a:xfrm>
          <a:prstGeom prst="rect">
            <a:avLst/>
          </a:prstGeom>
          <a:noFill/>
          <a:ln>
            <a:noFill/>
          </a:ln>
        </p:spPr>
      </p:pic>
      <p:sp>
        <p:nvSpPr>
          <p:cNvPr id="319" name="Google Shape;319;p31"/>
          <p:cNvSpPr txBox="1"/>
          <p:nvPr>
            <p:ph type="title"/>
          </p:nvPr>
        </p:nvSpPr>
        <p:spPr>
          <a:xfrm>
            <a:off x="2929346" y="1540970"/>
            <a:ext cx="5369069" cy="1029241"/>
          </a:xfrm>
          <a:prstGeom prst="rect">
            <a:avLst/>
          </a:prstGeom>
          <a:noFill/>
          <a:ln>
            <a:noFill/>
          </a:ln>
        </p:spPr>
        <p:txBody>
          <a:bodyPr anchorCtr="0" anchor="b"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0" name="Google Shape;320;p31"/>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sz="600">
                <a:solidFill>
                  <a:srgbClr val="888888"/>
                </a:solidFill>
                <a:latin typeface="Arial"/>
                <a:ea typeface="Arial"/>
                <a:cs typeface="Arial"/>
                <a:sym typeface="Arial"/>
              </a:defRPr>
            </a:lvl1pPr>
            <a:lvl2pPr indent="0" lvl="1" marL="0" algn="l">
              <a:lnSpc>
                <a:spcPct val="100000"/>
              </a:lnSpc>
              <a:spcBef>
                <a:spcPts val="0"/>
              </a:spcBef>
              <a:buNone/>
              <a:defRPr sz="600">
                <a:solidFill>
                  <a:srgbClr val="888888"/>
                </a:solidFill>
                <a:latin typeface="Arial"/>
                <a:ea typeface="Arial"/>
                <a:cs typeface="Arial"/>
                <a:sym typeface="Arial"/>
              </a:defRPr>
            </a:lvl2pPr>
            <a:lvl3pPr indent="0" lvl="2" marL="0" algn="l">
              <a:lnSpc>
                <a:spcPct val="100000"/>
              </a:lnSpc>
              <a:spcBef>
                <a:spcPts val="0"/>
              </a:spcBef>
              <a:buNone/>
              <a:defRPr sz="600">
                <a:solidFill>
                  <a:srgbClr val="888888"/>
                </a:solidFill>
                <a:latin typeface="Arial"/>
                <a:ea typeface="Arial"/>
                <a:cs typeface="Arial"/>
                <a:sym typeface="Arial"/>
              </a:defRPr>
            </a:lvl3pPr>
            <a:lvl4pPr indent="0" lvl="3" marL="0" algn="l">
              <a:lnSpc>
                <a:spcPct val="100000"/>
              </a:lnSpc>
              <a:spcBef>
                <a:spcPts val="0"/>
              </a:spcBef>
              <a:buNone/>
              <a:defRPr sz="600">
                <a:solidFill>
                  <a:srgbClr val="888888"/>
                </a:solidFill>
                <a:latin typeface="Arial"/>
                <a:ea typeface="Arial"/>
                <a:cs typeface="Arial"/>
                <a:sym typeface="Arial"/>
              </a:defRPr>
            </a:lvl4pPr>
            <a:lvl5pPr indent="0" lvl="4" marL="0" algn="l">
              <a:lnSpc>
                <a:spcPct val="100000"/>
              </a:lnSpc>
              <a:spcBef>
                <a:spcPts val="0"/>
              </a:spcBef>
              <a:buNone/>
              <a:defRPr sz="600">
                <a:solidFill>
                  <a:srgbClr val="888888"/>
                </a:solidFill>
                <a:latin typeface="Arial"/>
                <a:ea typeface="Arial"/>
                <a:cs typeface="Arial"/>
                <a:sym typeface="Arial"/>
              </a:defRPr>
            </a:lvl5pPr>
            <a:lvl6pPr indent="0" lvl="5" marL="0" algn="l">
              <a:lnSpc>
                <a:spcPct val="100000"/>
              </a:lnSpc>
              <a:spcBef>
                <a:spcPts val="0"/>
              </a:spcBef>
              <a:buNone/>
              <a:defRPr sz="600">
                <a:solidFill>
                  <a:srgbClr val="888888"/>
                </a:solidFill>
                <a:latin typeface="Arial"/>
                <a:ea typeface="Arial"/>
                <a:cs typeface="Arial"/>
                <a:sym typeface="Arial"/>
              </a:defRPr>
            </a:lvl6pPr>
            <a:lvl7pPr indent="0" lvl="6" marL="0" algn="l">
              <a:lnSpc>
                <a:spcPct val="100000"/>
              </a:lnSpc>
              <a:spcBef>
                <a:spcPts val="0"/>
              </a:spcBef>
              <a:buNone/>
              <a:defRPr sz="600">
                <a:solidFill>
                  <a:srgbClr val="888888"/>
                </a:solidFill>
                <a:latin typeface="Arial"/>
                <a:ea typeface="Arial"/>
                <a:cs typeface="Arial"/>
                <a:sym typeface="Arial"/>
              </a:defRPr>
            </a:lvl7pPr>
            <a:lvl8pPr indent="0" lvl="7" marL="0" algn="l">
              <a:lnSpc>
                <a:spcPct val="100000"/>
              </a:lnSpc>
              <a:spcBef>
                <a:spcPts val="0"/>
              </a:spcBef>
              <a:buNone/>
              <a:defRPr sz="600">
                <a:solidFill>
                  <a:srgbClr val="888888"/>
                </a:solidFill>
                <a:latin typeface="Arial"/>
                <a:ea typeface="Arial"/>
                <a:cs typeface="Arial"/>
                <a:sym typeface="Arial"/>
              </a:defRPr>
            </a:lvl8pPr>
            <a:lvl9pPr indent="0" lvl="8" marL="0" algn="l">
              <a:lnSpc>
                <a:spcPct val="100000"/>
              </a:lnSpc>
              <a:spcBef>
                <a:spcPts val="0"/>
              </a:spcBef>
              <a:buNone/>
              <a:defRPr sz="600">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321" name="Google Shape;321;p31"/>
          <p:cNvSpPr txBox="1"/>
          <p:nvPr>
            <p:ph idx="1" type="body"/>
          </p:nvPr>
        </p:nvSpPr>
        <p:spPr>
          <a:xfrm>
            <a:off x="2929346" y="2573122"/>
            <a:ext cx="5367602" cy="53221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500"/>
              <a:buNone/>
              <a:defRPr sz="1500">
                <a:solidFill>
                  <a:schemeClr val="dk2"/>
                </a:solidFill>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322" name="Google Shape;322;p31"/>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323" name="Google Shape;323;p31"/>
          <p:cNvPicPr preferRelativeResize="0"/>
          <p:nvPr/>
        </p:nvPicPr>
        <p:blipFill rotWithShape="1">
          <a:blip r:embed="rId3">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with copyright/disclaimer" showMasterSp="0">
  <p:cSld name="Closing slide with copyright/disclaimer">
    <p:bg>
      <p:bgPr>
        <a:solidFill>
          <a:schemeClr val="dk2"/>
        </a:solidFill>
      </p:bgPr>
    </p:bg>
    <p:spTree>
      <p:nvGrpSpPr>
        <p:cNvPr id="324" name="Shape 324"/>
        <p:cNvGrpSpPr/>
        <p:nvPr/>
      </p:nvGrpSpPr>
      <p:grpSpPr>
        <a:xfrm>
          <a:off x="0" y="0"/>
          <a:ext cx="0" cy="0"/>
          <a:chOff x="0" y="0"/>
          <a:chExt cx="0" cy="0"/>
        </a:xfrm>
      </p:grpSpPr>
      <p:pic>
        <p:nvPicPr>
          <p:cNvPr descr="ThankYou_Grid_Portrait.png" id="325" name="Google Shape;325;p32"/>
          <p:cNvPicPr preferRelativeResize="0"/>
          <p:nvPr/>
        </p:nvPicPr>
        <p:blipFill rotWithShape="1">
          <a:blip r:embed="rId2">
            <a:alphaModFix/>
          </a:blip>
          <a:srcRect b="0" l="0" r="0" t="0"/>
          <a:stretch/>
        </p:blipFill>
        <p:spPr>
          <a:xfrm>
            <a:off x="0" y="488886"/>
            <a:ext cx="9144900" cy="3504341"/>
          </a:xfrm>
          <a:prstGeom prst="rect">
            <a:avLst/>
          </a:prstGeom>
          <a:noFill/>
          <a:ln>
            <a:noFill/>
          </a:ln>
        </p:spPr>
      </p:pic>
      <p:grpSp>
        <p:nvGrpSpPr>
          <p:cNvPr id="326" name="Google Shape;326;p32"/>
          <p:cNvGrpSpPr/>
          <p:nvPr/>
        </p:nvGrpSpPr>
        <p:grpSpPr>
          <a:xfrm>
            <a:off x="8138508" y="4847600"/>
            <a:ext cx="810000" cy="149955"/>
            <a:chOff x="830300" y="1716088"/>
            <a:chExt cx="10058401" cy="1862137"/>
          </a:xfrm>
        </p:grpSpPr>
        <p:sp>
          <p:nvSpPr>
            <p:cNvPr id="327" name="Google Shape;327;p32"/>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28" name="Google Shape;328;p32"/>
            <p:cNvSpPr/>
            <p:nvPr/>
          </p:nvSpPr>
          <p:spPr>
            <a:xfrm>
              <a:off x="3130588" y="1749425"/>
              <a:ext cx="434975" cy="1789112"/>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29" name="Google Shape;329;p32"/>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30" name="Google Shape;330;p32"/>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31" name="Google Shape;331;p32"/>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32" name="Google Shape;332;p32"/>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333" name="Google Shape;333;p32"/>
          <p:cNvSpPr txBox="1"/>
          <p:nvPr>
            <p:ph idx="1" type="body"/>
          </p:nvPr>
        </p:nvSpPr>
        <p:spPr>
          <a:xfrm>
            <a:off x="2914685" y="2224895"/>
            <a:ext cx="4880385" cy="3419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900"/>
              <a:buNone/>
              <a:defRPr sz="1900">
                <a:solidFill>
                  <a:schemeClr val="lt1"/>
                </a:solidFill>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grpSp>
        <p:nvGrpSpPr>
          <p:cNvPr id="334" name="Google Shape;334;p32"/>
          <p:cNvGrpSpPr/>
          <p:nvPr/>
        </p:nvGrpSpPr>
        <p:grpSpPr>
          <a:xfrm>
            <a:off x="0" y="2060235"/>
            <a:ext cx="9144900" cy="46498"/>
            <a:chOff x="0" y="3606831"/>
            <a:chExt cx="12193200" cy="61997"/>
          </a:xfrm>
        </p:grpSpPr>
        <p:sp>
          <p:nvSpPr>
            <p:cNvPr id="335" name="Google Shape;335;p32"/>
            <p:cNvSpPr/>
            <p:nvPr/>
          </p:nvSpPr>
          <p:spPr>
            <a:xfrm>
              <a:off x="0" y="3606831"/>
              <a:ext cx="12193200" cy="2097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sp>
          <p:nvSpPr>
            <p:cNvPr id="336" name="Google Shape;336;p32"/>
            <p:cNvSpPr/>
            <p:nvPr/>
          </p:nvSpPr>
          <p:spPr>
            <a:xfrm>
              <a:off x="3886247" y="3606831"/>
              <a:ext cx="8305753" cy="61997"/>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sp>
        <p:nvSpPr>
          <p:cNvPr id="337" name="Google Shape;337;p32"/>
          <p:cNvSpPr txBox="1"/>
          <p:nvPr>
            <p:ph idx="2" type="body"/>
          </p:nvPr>
        </p:nvSpPr>
        <p:spPr>
          <a:xfrm>
            <a:off x="2914685" y="2766081"/>
            <a:ext cx="4772239" cy="677205"/>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600"/>
              <a:buNone/>
              <a:defRPr sz="600">
                <a:solidFill>
                  <a:schemeClr val="lt1"/>
                </a:solidFill>
              </a:defRPr>
            </a:lvl1pPr>
            <a:lvl2pPr indent="-317500" lvl="1" marL="914400" algn="l">
              <a:lnSpc>
                <a:spcPct val="113000"/>
              </a:lnSpc>
              <a:spcBef>
                <a:spcPts val="0"/>
              </a:spcBef>
              <a:spcAft>
                <a:spcPts val="0"/>
              </a:spcAft>
              <a:buClr>
                <a:srgbClr val="595959"/>
              </a:buClr>
              <a:buSzPts val="1400"/>
              <a:buChar char="–"/>
              <a:defRPr/>
            </a:lvl2pPr>
            <a:lvl3pPr indent="-317500" lvl="2" marL="1371600" algn="l">
              <a:lnSpc>
                <a:spcPct val="113000"/>
              </a:lnSpc>
              <a:spcBef>
                <a:spcPts val="0"/>
              </a:spcBef>
              <a:spcAft>
                <a:spcPts val="0"/>
              </a:spcAft>
              <a:buClr>
                <a:srgbClr val="595959"/>
              </a:buClr>
              <a:buSzPts val="1400"/>
              <a:buChar char="–"/>
              <a:defRPr/>
            </a:lvl3pPr>
            <a:lvl4pPr indent="-317500" lvl="3" marL="1828800" algn="l">
              <a:lnSpc>
                <a:spcPct val="113000"/>
              </a:lnSpc>
              <a:spcBef>
                <a:spcPts val="0"/>
              </a:spcBef>
              <a:spcAft>
                <a:spcPts val="0"/>
              </a:spcAft>
              <a:buClr>
                <a:srgbClr val="595959"/>
              </a:buClr>
              <a:buSzPts val="1400"/>
              <a:buChar char="–"/>
              <a:defRPr/>
            </a:lvl4pPr>
            <a:lvl5pPr indent="-317500" lvl="4" marL="2286000" algn="l">
              <a:lnSpc>
                <a:spcPct val="113000"/>
              </a:lnSpc>
              <a:spcBef>
                <a:spcPts val="0"/>
              </a:spcBef>
              <a:spcAft>
                <a:spcPts val="0"/>
              </a:spcAft>
              <a:buClr>
                <a:srgbClr val="595959"/>
              </a:buClr>
              <a:buSzPts val="1400"/>
              <a:buChar char="–"/>
              <a:defRPr/>
            </a:lvl5pPr>
            <a:lvl6pPr indent="-317500" lvl="5" marL="2743200" algn="l">
              <a:lnSpc>
                <a:spcPct val="113000"/>
              </a:lnSpc>
              <a:spcBef>
                <a:spcPts val="0"/>
              </a:spcBef>
              <a:spcAft>
                <a:spcPts val="0"/>
              </a:spcAft>
              <a:buClr>
                <a:srgbClr val="595959"/>
              </a:buClr>
              <a:buSzPts val="1400"/>
              <a:buChar char="–"/>
              <a:defRPr/>
            </a:lvl6pPr>
            <a:lvl7pPr indent="-317500" lvl="6" marL="3200400" algn="l">
              <a:lnSpc>
                <a:spcPct val="113000"/>
              </a:lnSpc>
              <a:spcBef>
                <a:spcPts val="0"/>
              </a:spcBef>
              <a:spcAft>
                <a:spcPts val="0"/>
              </a:spcAft>
              <a:buClr>
                <a:srgbClr val="595959"/>
              </a:buClr>
              <a:buSzPts val="1400"/>
              <a:buChar char="–"/>
              <a:defRPr/>
            </a:lvl7pPr>
            <a:lvl8pPr indent="-317500" lvl="7" marL="3657600" algn="l">
              <a:lnSpc>
                <a:spcPct val="113000"/>
              </a:lnSpc>
              <a:spcBef>
                <a:spcPts val="0"/>
              </a:spcBef>
              <a:spcAft>
                <a:spcPts val="0"/>
              </a:spcAft>
              <a:buClr>
                <a:srgbClr val="595959"/>
              </a:buClr>
              <a:buSzPts val="1400"/>
              <a:buChar char="–"/>
              <a:defRPr/>
            </a:lvl8pPr>
            <a:lvl9pPr indent="-317500" lvl="8" marL="4114800" algn="l">
              <a:lnSpc>
                <a:spcPct val="113000"/>
              </a:lnSpc>
              <a:spcBef>
                <a:spcPts val="0"/>
              </a:spcBef>
              <a:spcAft>
                <a:spcPts val="0"/>
              </a:spcAft>
              <a:buClr>
                <a:srgbClr val="595959"/>
              </a:buClr>
              <a:buSzPts val="1400"/>
              <a:buChar char="–"/>
              <a:defRPr/>
            </a:lvl9pPr>
          </a:lstStyle>
          <a:p/>
        </p:txBody>
      </p:sp>
      <p:sp>
        <p:nvSpPr>
          <p:cNvPr id="338" name="Google Shape;338;p32"/>
          <p:cNvSpPr txBox="1"/>
          <p:nvPr>
            <p:ph idx="11" type="ftr"/>
          </p:nvPr>
        </p:nvSpPr>
        <p:spPr>
          <a:xfrm>
            <a:off x="2916000" y="2610900"/>
            <a:ext cx="4877270" cy="196766"/>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100">
                <a:solidFill>
                  <a:schemeClr val="lt1"/>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39" name="Google Shape;339;p32"/>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lang="en" sz="700">
                <a:solidFill>
                  <a:schemeClr val="accent5"/>
                </a:solidFill>
                <a:latin typeface="Arial"/>
                <a:ea typeface="Arial"/>
                <a:cs typeface="Arial"/>
                <a:sym typeface="Arial"/>
              </a:rPr>
              <a:t>Airbus Amber</a:t>
            </a:r>
            <a:endParaRPr b="1" sz="700">
              <a:solidFill>
                <a:schemeClr val="accent5"/>
              </a:solidFill>
              <a:latin typeface="Arial"/>
              <a:ea typeface="Arial"/>
              <a:cs typeface="Arial"/>
              <a:sym typeface="Arial"/>
            </a:endParaRPr>
          </a:p>
        </p:txBody>
      </p:sp>
      <p:pic>
        <p:nvPicPr>
          <p:cNvPr id="340" name="Google Shape;340;p32"/>
          <p:cNvPicPr preferRelativeResize="0"/>
          <p:nvPr/>
        </p:nvPicPr>
        <p:blipFill rotWithShape="1">
          <a:blip r:embed="rId3">
            <a:alphaModFix/>
          </a:blip>
          <a:srcRect b="0" l="0" r="0" t="0"/>
          <a:stretch/>
        </p:blipFill>
        <p:spPr>
          <a:xfrm>
            <a:off x="359100" y="283500"/>
            <a:ext cx="1052112" cy="6487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p:cSld name="Nur Titel">
    <p:spTree>
      <p:nvGrpSpPr>
        <p:cNvPr id="341" name="Shape 341"/>
        <p:cNvGrpSpPr/>
        <p:nvPr/>
      </p:nvGrpSpPr>
      <p:grpSpPr>
        <a:xfrm>
          <a:off x="0" y="0"/>
          <a:ext cx="0" cy="0"/>
          <a:chOff x="0" y="0"/>
          <a:chExt cx="0" cy="0"/>
        </a:xfrm>
      </p:grpSpPr>
      <p:sp>
        <p:nvSpPr>
          <p:cNvPr id="342" name="Google Shape;342;p33"/>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3" name="Google Shape;343;p33"/>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id="344" name="Google Shape;344;p33"/>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p:cSld name="Leer">
    <p:spTree>
      <p:nvGrpSpPr>
        <p:cNvPr id="345" name="Shape 345"/>
        <p:cNvGrpSpPr/>
        <p:nvPr/>
      </p:nvGrpSpPr>
      <p:grpSpPr>
        <a:xfrm>
          <a:off x="0" y="0"/>
          <a:ext cx="0" cy="0"/>
          <a:chOff x="0" y="0"/>
          <a:chExt cx="0" cy="0"/>
        </a:xfrm>
      </p:grpSpPr>
      <p:sp>
        <p:nvSpPr>
          <p:cNvPr id="346" name="Google Shape;346;p34"/>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id="347" name="Google Shape;347;p34"/>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8" name="Shape 348"/>
        <p:cNvGrpSpPr/>
        <p:nvPr/>
      </p:nvGrpSpPr>
      <p:grpSpPr>
        <a:xfrm>
          <a:off x="0" y="0"/>
          <a:ext cx="0" cy="0"/>
          <a:chOff x="0" y="0"/>
          <a:chExt cx="0" cy="0"/>
        </a:xfrm>
      </p:grpSpPr>
      <p:sp>
        <p:nvSpPr>
          <p:cNvPr id="349" name="Google Shape;349;p35"/>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0" name="Google Shape;350;p35"/>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pic>
        <p:nvPicPr>
          <p:cNvPr id="351" name="Google Shape;351;p35"/>
          <p:cNvPicPr preferRelativeResize="0"/>
          <p:nvPr/>
        </p:nvPicPr>
        <p:blipFill rotWithShape="1">
          <a:blip r:embed="rId2">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wide sidebar 1">
  <p:cSld name="Content and wide sidebar_1">
    <p:bg>
      <p:bgPr>
        <a:solidFill>
          <a:schemeClr val="lt1"/>
        </a:solidFill>
      </p:bgPr>
    </p:bg>
    <p:spTree>
      <p:nvGrpSpPr>
        <p:cNvPr id="352" name="Shape 352"/>
        <p:cNvGrpSpPr/>
        <p:nvPr/>
      </p:nvGrpSpPr>
      <p:grpSpPr>
        <a:xfrm>
          <a:off x="0" y="0"/>
          <a:ext cx="0" cy="0"/>
          <a:chOff x="0" y="0"/>
          <a:chExt cx="0" cy="0"/>
        </a:xfrm>
      </p:grpSpPr>
      <p:pic>
        <p:nvPicPr>
          <p:cNvPr descr="Screen Shot 2016-11-11 at 09.55.03.png" id="353" name="Google Shape;353;p36"/>
          <p:cNvPicPr preferRelativeResize="0"/>
          <p:nvPr/>
        </p:nvPicPr>
        <p:blipFill rotWithShape="1">
          <a:blip r:embed="rId2">
            <a:alphaModFix/>
          </a:blip>
          <a:srcRect b="0" l="0" r="0" t="0"/>
          <a:stretch/>
        </p:blipFill>
        <p:spPr>
          <a:xfrm>
            <a:off x="8124300" y="4833000"/>
            <a:ext cx="831600" cy="173251"/>
          </a:xfrm>
          <a:prstGeom prst="rect">
            <a:avLst/>
          </a:prstGeom>
          <a:noFill/>
          <a:ln>
            <a:noFill/>
          </a:ln>
        </p:spPr>
      </p:pic>
      <p:sp>
        <p:nvSpPr>
          <p:cNvPr id="354" name="Google Shape;354;p36"/>
          <p:cNvSpPr/>
          <p:nvPr/>
        </p:nvSpPr>
        <p:spPr>
          <a:xfrm>
            <a:off x="4905376" y="0"/>
            <a:ext cx="4238550" cy="5143500"/>
          </a:xfrm>
          <a:prstGeom prst="rect">
            <a:avLst/>
          </a:prstGeom>
          <a:solidFill>
            <a:schemeClr val="dk2"/>
          </a:solidFill>
          <a:ln>
            <a:noFill/>
          </a:ln>
        </p:spPr>
        <p:txBody>
          <a:bodyPr anchorCtr="0" anchor="ctr" bIns="46800" lIns="90000" spcFirstLastPara="1" rIns="90000" wrap="square" tIns="46800">
            <a:noAutofit/>
          </a:bodyPr>
          <a:lstStyle/>
          <a:p>
            <a:pPr indent="0" lvl="0" marL="0" marR="0" rtl="0" algn="ctr">
              <a:lnSpc>
                <a:spcPct val="80000"/>
              </a:lnSpc>
              <a:spcBef>
                <a:spcPts val="0"/>
              </a:spcBef>
              <a:spcAft>
                <a:spcPts val="0"/>
              </a:spcAft>
              <a:buNone/>
            </a:pPr>
            <a:r>
              <a:t/>
            </a:r>
            <a:endParaRPr sz="1400">
              <a:solidFill>
                <a:srgbClr val="FFFFFF"/>
              </a:solidFill>
              <a:latin typeface="Arial"/>
              <a:ea typeface="Arial"/>
              <a:cs typeface="Arial"/>
              <a:sym typeface="Arial"/>
            </a:endParaRPr>
          </a:p>
        </p:txBody>
      </p:sp>
      <p:grpSp>
        <p:nvGrpSpPr>
          <p:cNvPr id="355" name="Google Shape;355;p36"/>
          <p:cNvGrpSpPr/>
          <p:nvPr/>
        </p:nvGrpSpPr>
        <p:grpSpPr>
          <a:xfrm>
            <a:off x="5119383" y="1813285"/>
            <a:ext cx="4024575" cy="21835"/>
            <a:chOff x="9639300" y="2417713"/>
            <a:chExt cx="5366100" cy="29113"/>
          </a:xfrm>
        </p:grpSpPr>
        <p:cxnSp>
          <p:nvCxnSpPr>
            <p:cNvPr id="356" name="Google Shape;356;p36"/>
            <p:cNvCxnSpPr/>
            <p:nvPr/>
          </p:nvCxnSpPr>
          <p:spPr>
            <a:xfrm>
              <a:off x="9639300" y="2417713"/>
              <a:ext cx="5366100"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357" name="Google Shape;357;p36"/>
            <p:cNvCxnSpPr/>
            <p:nvPr/>
          </p:nvCxnSpPr>
          <p:spPr>
            <a:xfrm>
              <a:off x="9639300" y="2446826"/>
              <a:ext cx="1291200" cy="0"/>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358" name="Google Shape;358;p36"/>
          <p:cNvSpPr txBox="1"/>
          <p:nvPr>
            <p:ph idx="1" type="body"/>
          </p:nvPr>
        </p:nvSpPr>
        <p:spPr>
          <a:xfrm>
            <a:off x="359100" y="491400"/>
            <a:ext cx="4212000" cy="675000"/>
          </a:xfrm>
          <a:prstGeom prst="rect">
            <a:avLst/>
          </a:prstGeom>
          <a:noFill/>
          <a:ln>
            <a:noFill/>
          </a:ln>
        </p:spPr>
        <p:txBody>
          <a:bodyPr anchorCtr="0" anchor="t" bIns="0" lIns="0" spcFirstLastPara="1" rIns="0" wrap="square" tIns="0">
            <a:noAutofit/>
          </a:bodyPr>
          <a:lstStyle>
            <a:lvl1pPr indent="-228600" lvl="0" marL="457200" rtl="0" algn="l">
              <a:lnSpc>
                <a:spcPct val="110000"/>
              </a:lnSpc>
              <a:spcBef>
                <a:spcPts val="0"/>
              </a:spcBef>
              <a:spcAft>
                <a:spcPts val="0"/>
              </a:spcAft>
              <a:buClr>
                <a:schemeClr val="dk2"/>
              </a:buClr>
              <a:buSzPts val="1900"/>
              <a:buNone/>
              <a:defRPr sz="1900">
                <a:solidFill>
                  <a:schemeClr val="dk2"/>
                </a:solidFill>
              </a:defRPr>
            </a:lvl1pPr>
            <a:lvl2pPr indent="-400050" lvl="1" marL="914400" rtl="0" algn="l">
              <a:lnSpc>
                <a:spcPct val="113000"/>
              </a:lnSpc>
              <a:spcBef>
                <a:spcPts val="0"/>
              </a:spcBef>
              <a:spcAft>
                <a:spcPts val="0"/>
              </a:spcAft>
              <a:buClr>
                <a:schemeClr val="lt1"/>
              </a:buClr>
              <a:buSzPts val="2700"/>
              <a:buChar char="–"/>
              <a:defRPr sz="2700">
                <a:solidFill>
                  <a:schemeClr val="lt1"/>
                </a:solidFill>
              </a:defRPr>
            </a:lvl2pPr>
            <a:lvl3pPr indent="-400050" lvl="2" marL="1371600" rtl="0" algn="l">
              <a:lnSpc>
                <a:spcPct val="113000"/>
              </a:lnSpc>
              <a:spcBef>
                <a:spcPts val="0"/>
              </a:spcBef>
              <a:spcAft>
                <a:spcPts val="0"/>
              </a:spcAft>
              <a:buClr>
                <a:schemeClr val="lt1"/>
              </a:buClr>
              <a:buSzPts val="2700"/>
              <a:buChar char="–"/>
              <a:defRPr sz="2700">
                <a:solidFill>
                  <a:schemeClr val="lt1"/>
                </a:solidFill>
              </a:defRPr>
            </a:lvl3pPr>
            <a:lvl4pPr indent="-400050" lvl="3" marL="1828800" rtl="0" algn="l">
              <a:lnSpc>
                <a:spcPct val="113000"/>
              </a:lnSpc>
              <a:spcBef>
                <a:spcPts val="0"/>
              </a:spcBef>
              <a:spcAft>
                <a:spcPts val="0"/>
              </a:spcAft>
              <a:buClr>
                <a:schemeClr val="lt1"/>
              </a:buClr>
              <a:buSzPts val="2700"/>
              <a:buChar char="–"/>
              <a:defRPr sz="2700">
                <a:solidFill>
                  <a:schemeClr val="lt1"/>
                </a:solidFill>
              </a:defRPr>
            </a:lvl4pPr>
            <a:lvl5pPr indent="-400050" lvl="4" marL="2286000" rtl="0" algn="l">
              <a:lnSpc>
                <a:spcPct val="113000"/>
              </a:lnSpc>
              <a:spcBef>
                <a:spcPts val="0"/>
              </a:spcBef>
              <a:spcAft>
                <a:spcPts val="0"/>
              </a:spcAft>
              <a:buClr>
                <a:schemeClr val="lt1"/>
              </a:buClr>
              <a:buSzPts val="2700"/>
              <a:buChar char="–"/>
              <a:defRPr sz="2700">
                <a:solidFill>
                  <a:schemeClr val="lt1"/>
                </a:solidFill>
              </a:defRPr>
            </a:lvl5pPr>
            <a:lvl6pPr indent="-317500" lvl="5" marL="2743200" rtl="0" algn="l">
              <a:lnSpc>
                <a:spcPct val="113000"/>
              </a:lnSpc>
              <a:spcBef>
                <a:spcPts val="0"/>
              </a:spcBef>
              <a:spcAft>
                <a:spcPts val="0"/>
              </a:spcAft>
              <a:buClr>
                <a:srgbClr val="595959"/>
              </a:buClr>
              <a:buSzPts val="1400"/>
              <a:buChar char="–"/>
              <a:defRPr/>
            </a:lvl6pPr>
            <a:lvl7pPr indent="-317500" lvl="6" marL="3200400" rtl="0" algn="l">
              <a:lnSpc>
                <a:spcPct val="113000"/>
              </a:lnSpc>
              <a:spcBef>
                <a:spcPts val="0"/>
              </a:spcBef>
              <a:spcAft>
                <a:spcPts val="0"/>
              </a:spcAft>
              <a:buClr>
                <a:srgbClr val="595959"/>
              </a:buClr>
              <a:buSzPts val="1400"/>
              <a:buChar char="–"/>
              <a:defRPr/>
            </a:lvl7pPr>
            <a:lvl8pPr indent="-317500" lvl="7" marL="3657600" rtl="0" algn="l">
              <a:lnSpc>
                <a:spcPct val="113000"/>
              </a:lnSpc>
              <a:spcBef>
                <a:spcPts val="0"/>
              </a:spcBef>
              <a:spcAft>
                <a:spcPts val="0"/>
              </a:spcAft>
              <a:buClr>
                <a:srgbClr val="595959"/>
              </a:buClr>
              <a:buSzPts val="1400"/>
              <a:buChar char="–"/>
              <a:defRPr/>
            </a:lvl8pPr>
            <a:lvl9pPr indent="-317500" lvl="8" marL="4114800" rtl="0" algn="l">
              <a:lnSpc>
                <a:spcPct val="113000"/>
              </a:lnSpc>
              <a:spcBef>
                <a:spcPts val="0"/>
              </a:spcBef>
              <a:spcAft>
                <a:spcPts val="0"/>
              </a:spcAft>
              <a:buClr>
                <a:srgbClr val="595959"/>
              </a:buClr>
              <a:buSzPts val="1400"/>
              <a:buChar char="–"/>
              <a:defRPr/>
            </a:lvl9pPr>
          </a:lstStyle>
          <a:p/>
        </p:txBody>
      </p:sp>
      <p:sp>
        <p:nvSpPr>
          <p:cNvPr id="359" name="Google Shape;359;p36"/>
          <p:cNvSpPr txBox="1"/>
          <p:nvPr>
            <p:ph type="title"/>
          </p:nvPr>
        </p:nvSpPr>
        <p:spPr>
          <a:xfrm>
            <a:off x="5119384" y="490269"/>
            <a:ext cx="3836475" cy="11880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lt1"/>
              </a:buClr>
              <a:buSzPts val="2700"/>
              <a:buFont typeface="Arial"/>
              <a:buNone/>
              <a:defRPr sz="27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cxnSp>
        <p:nvCxnSpPr>
          <p:cNvPr id="360" name="Google Shape;360;p36"/>
          <p:cNvCxnSpPr/>
          <p:nvPr/>
        </p:nvCxnSpPr>
        <p:spPr>
          <a:xfrm>
            <a:off x="4904093" y="0"/>
            <a:ext cx="0" cy="5143500"/>
          </a:xfrm>
          <a:prstGeom prst="straightConnector1">
            <a:avLst/>
          </a:prstGeom>
          <a:noFill/>
          <a:ln cap="flat" cmpd="sng" w="9525">
            <a:solidFill>
              <a:schemeClr val="lt1"/>
            </a:solidFill>
            <a:prstDash val="solid"/>
            <a:miter lim="800000"/>
            <a:headEnd len="sm" w="sm" type="none"/>
            <a:tailEnd len="sm" w="sm" type="none"/>
          </a:ln>
        </p:spPr>
      </p:cxnSp>
      <p:pic>
        <p:nvPicPr>
          <p:cNvPr id="361" name="Google Shape;361;p36"/>
          <p:cNvPicPr preferRelativeResize="0"/>
          <p:nvPr/>
        </p:nvPicPr>
        <p:blipFill rotWithShape="1">
          <a:blip r:embed="rId3">
            <a:alphaModFix/>
          </a:blip>
          <a:srcRect b="0" l="0" r="0" t="0"/>
          <a:stretch/>
        </p:blipFill>
        <p:spPr>
          <a:xfrm>
            <a:off x="8135095" y="4848800"/>
            <a:ext cx="817126" cy="151547"/>
          </a:xfrm>
          <a:prstGeom prst="rect">
            <a:avLst/>
          </a:prstGeom>
          <a:noFill/>
          <a:ln>
            <a:noFill/>
          </a:ln>
        </p:spPr>
      </p:pic>
      <p:sp>
        <p:nvSpPr>
          <p:cNvPr id="362" name="Google Shape;362;p36"/>
          <p:cNvSpPr txBox="1"/>
          <p:nvPr>
            <p:ph idx="2" type="body"/>
          </p:nvPr>
        </p:nvSpPr>
        <p:spPr>
          <a:xfrm>
            <a:off x="5119388" y="2068125"/>
            <a:ext cx="3078000" cy="317025"/>
          </a:xfrm>
          <a:prstGeom prst="rect">
            <a:avLst/>
          </a:prstGeom>
          <a:noFill/>
          <a:ln>
            <a:noFill/>
          </a:ln>
        </p:spPr>
        <p:txBody>
          <a:bodyPr anchorCtr="0" anchor="t" bIns="0" lIns="0" spcFirstLastPara="1" rIns="0" wrap="square" tIns="0">
            <a:noAutofit/>
          </a:bodyPr>
          <a:lstStyle>
            <a:lvl1pPr indent="-228600" lvl="0" marL="457200" rtl="0" algn="l">
              <a:lnSpc>
                <a:spcPct val="113000"/>
              </a:lnSpc>
              <a:spcBef>
                <a:spcPts val="0"/>
              </a:spcBef>
              <a:spcAft>
                <a:spcPts val="0"/>
              </a:spcAft>
              <a:buClr>
                <a:srgbClr val="FFFFFF"/>
              </a:buClr>
              <a:buSzPts val="1100"/>
              <a:buNone/>
              <a:defRPr b="1">
                <a:solidFill>
                  <a:srgbClr val="FFFFFF"/>
                </a:solidFill>
              </a:defRPr>
            </a:lvl1pPr>
            <a:lvl2pPr indent="-317500" lvl="1" marL="914400" rtl="0" algn="l">
              <a:lnSpc>
                <a:spcPct val="113000"/>
              </a:lnSpc>
              <a:spcBef>
                <a:spcPts val="0"/>
              </a:spcBef>
              <a:spcAft>
                <a:spcPts val="0"/>
              </a:spcAft>
              <a:buClr>
                <a:srgbClr val="FFFFFF"/>
              </a:buClr>
              <a:buSzPts val="1400"/>
              <a:buChar char="–"/>
              <a:defRPr>
                <a:solidFill>
                  <a:srgbClr val="FFFFFF"/>
                </a:solidFill>
              </a:defRPr>
            </a:lvl2pPr>
            <a:lvl3pPr indent="-317500" lvl="2" marL="1371600" rtl="0" algn="l">
              <a:lnSpc>
                <a:spcPct val="113000"/>
              </a:lnSpc>
              <a:spcBef>
                <a:spcPts val="0"/>
              </a:spcBef>
              <a:spcAft>
                <a:spcPts val="0"/>
              </a:spcAft>
              <a:buClr>
                <a:srgbClr val="FFFFFF"/>
              </a:buClr>
              <a:buSzPts val="1400"/>
              <a:buChar char="–"/>
              <a:defRPr>
                <a:solidFill>
                  <a:srgbClr val="FFFFFF"/>
                </a:solidFill>
              </a:defRPr>
            </a:lvl3pPr>
            <a:lvl4pPr indent="-317500" lvl="3" marL="1828800" rtl="0" algn="l">
              <a:lnSpc>
                <a:spcPct val="113000"/>
              </a:lnSpc>
              <a:spcBef>
                <a:spcPts val="0"/>
              </a:spcBef>
              <a:spcAft>
                <a:spcPts val="0"/>
              </a:spcAft>
              <a:buClr>
                <a:srgbClr val="FFFFFF"/>
              </a:buClr>
              <a:buSzPts val="1400"/>
              <a:buChar char="–"/>
              <a:defRPr>
                <a:solidFill>
                  <a:srgbClr val="FFFFFF"/>
                </a:solidFill>
              </a:defRPr>
            </a:lvl4pPr>
            <a:lvl5pPr indent="-317500" lvl="4" marL="2286000" rtl="0" algn="l">
              <a:lnSpc>
                <a:spcPct val="113000"/>
              </a:lnSpc>
              <a:spcBef>
                <a:spcPts val="0"/>
              </a:spcBef>
              <a:spcAft>
                <a:spcPts val="0"/>
              </a:spcAft>
              <a:buClr>
                <a:srgbClr val="FFFFFF"/>
              </a:buClr>
              <a:buSzPts val="1400"/>
              <a:buChar char="–"/>
              <a:defRPr>
                <a:solidFill>
                  <a:srgbClr val="FFFFFF"/>
                </a:solidFill>
              </a:defRPr>
            </a:lvl5pPr>
            <a:lvl6pPr indent="-317500" lvl="5" marL="2743200" rtl="0" algn="l">
              <a:lnSpc>
                <a:spcPct val="113000"/>
              </a:lnSpc>
              <a:spcBef>
                <a:spcPts val="0"/>
              </a:spcBef>
              <a:spcAft>
                <a:spcPts val="0"/>
              </a:spcAft>
              <a:buClr>
                <a:srgbClr val="FFFFFF"/>
              </a:buClr>
              <a:buSzPts val="1400"/>
              <a:buChar char="–"/>
              <a:defRPr>
                <a:solidFill>
                  <a:srgbClr val="FFFFFF"/>
                </a:solidFill>
              </a:defRPr>
            </a:lvl6pPr>
            <a:lvl7pPr indent="-317500" lvl="6" marL="3200400" rtl="0" algn="l">
              <a:lnSpc>
                <a:spcPct val="113000"/>
              </a:lnSpc>
              <a:spcBef>
                <a:spcPts val="0"/>
              </a:spcBef>
              <a:spcAft>
                <a:spcPts val="0"/>
              </a:spcAft>
              <a:buClr>
                <a:srgbClr val="FFFFFF"/>
              </a:buClr>
              <a:buSzPts val="1400"/>
              <a:buChar char="–"/>
              <a:defRPr>
                <a:solidFill>
                  <a:srgbClr val="FFFFFF"/>
                </a:solidFill>
              </a:defRPr>
            </a:lvl7pPr>
            <a:lvl8pPr indent="-317500" lvl="7" marL="3657600" rtl="0" algn="l">
              <a:lnSpc>
                <a:spcPct val="113000"/>
              </a:lnSpc>
              <a:spcBef>
                <a:spcPts val="0"/>
              </a:spcBef>
              <a:spcAft>
                <a:spcPts val="0"/>
              </a:spcAft>
              <a:buClr>
                <a:srgbClr val="FFFFFF"/>
              </a:buClr>
              <a:buSzPts val="1400"/>
              <a:buChar char="–"/>
              <a:defRPr>
                <a:solidFill>
                  <a:srgbClr val="FFFFFF"/>
                </a:solidFill>
              </a:defRPr>
            </a:lvl8pPr>
            <a:lvl9pPr indent="-317500" lvl="8" marL="4114800" rtl="0" algn="l">
              <a:lnSpc>
                <a:spcPct val="113000"/>
              </a:lnSpc>
              <a:spcBef>
                <a:spcPts val="0"/>
              </a:spcBef>
              <a:spcAft>
                <a:spcPts val="0"/>
              </a:spcAft>
              <a:buClr>
                <a:srgbClr val="FFFFFF"/>
              </a:buClr>
              <a:buSzPts val="1400"/>
              <a:buChar char="–"/>
              <a:defRPr>
                <a:solidFill>
                  <a:srgbClr val="FFFFFF"/>
                </a:solidFill>
              </a:defRPr>
            </a:lvl9pPr>
          </a:lstStyle>
          <a:p/>
        </p:txBody>
      </p:sp>
      <p:sp>
        <p:nvSpPr>
          <p:cNvPr id="363" name="Google Shape;363;p36"/>
          <p:cNvSpPr txBox="1"/>
          <p:nvPr/>
        </p:nvSpPr>
        <p:spPr>
          <a:xfrm>
            <a:off x="8253413" y="255985"/>
            <a:ext cx="690525" cy="108450"/>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chemeClr val="lt1"/>
              </a:buClr>
              <a:buSzPts val="700"/>
              <a:buFont typeface="Arial"/>
              <a:buNone/>
            </a:pPr>
            <a:r>
              <a:rPr b="1" lang="en" sz="700">
                <a:solidFill>
                  <a:schemeClr val="lt1"/>
                </a:solidFill>
                <a:latin typeface="Arial"/>
                <a:ea typeface="Arial"/>
                <a:cs typeface="Arial"/>
                <a:sym typeface="Arial"/>
              </a:rPr>
              <a:t>Airbus Amber</a:t>
            </a:r>
            <a:endParaRPr b="1" sz="700">
              <a:solidFill>
                <a:schemeClr val="lt1"/>
              </a:solidFill>
              <a:latin typeface="Arial"/>
              <a:ea typeface="Arial"/>
              <a:cs typeface="Arial"/>
              <a:sym typeface="Arial"/>
            </a:endParaRPr>
          </a:p>
        </p:txBody>
      </p:sp>
      <p:pic>
        <p:nvPicPr>
          <p:cNvPr id="364" name="Google Shape;364;p36"/>
          <p:cNvPicPr preferRelativeResize="0"/>
          <p:nvPr/>
        </p:nvPicPr>
        <p:blipFill rotWithShape="1">
          <a:blip r:embed="rId4">
            <a:alphaModFix/>
          </a:blip>
          <a:srcRect b="0" l="0" r="0" t="0"/>
          <a:stretch/>
        </p:blipFill>
        <p:spPr>
          <a:xfrm>
            <a:off x="359100" y="283500"/>
            <a:ext cx="1052112" cy="64876"/>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9" name="Shape 369"/>
        <p:cNvGrpSpPr/>
        <p:nvPr/>
      </p:nvGrpSpPr>
      <p:grpSpPr>
        <a:xfrm>
          <a:off x="0" y="0"/>
          <a:ext cx="0" cy="0"/>
          <a:chOff x="0" y="0"/>
          <a:chExt cx="0" cy="0"/>
        </a:xfrm>
      </p:grpSpPr>
      <p:sp>
        <p:nvSpPr>
          <p:cNvPr id="370" name="Google Shape;370;p3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71" name="Google Shape;371;p3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2" name="Google Shape;37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3" name="Shape 373"/>
        <p:cNvGrpSpPr/>
        <p:nvPr/>
      </p:nvGrpSpPr>
      <p:grpSpPr>
        <a:xfrm>
          <a:off x="0" y="0"/>
          <a:ext cx="0" cy="0"/>
          <a:chOff x="0" y="0"/>
          <a:chExt cx="0" cy="0"/>
        </a:xfrm>
      </p:grpSpPr>
      <p:sp>
        <p:nvSpPr>
          <p:cNvPr id="374" name="Google Shape;374;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75" name="Google Shape;375;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6" name="Shape 376"/>
        <p:cNvGrpSpPr/>
        <p:nvPr/>
      </p:nvGrpSpPr>
      <p:grpSpPr>
        <a:xfrm>
          <a:off x="0" y="0"/>
          <a:ext cx="0" cy="0"/>
          <a:chOff x="0" y="0"/>
          <a:chExt cx="0" cy="0"/>
        </a:xfrm>
      </p:grpSpPr>
      <p:sp>
        <p:nvSpPr>
          <p:cNvPr id="377" name="Google Shape;377;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8" name="Google Shape;378;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79" name="Google Shape;379;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0" name="Shape 380"/>
        <p:cNvGrpSpPr/>
        <p:nvPr/>
      </p:nvGrpSpPr>
      <p:grpSpPr>
        <a:xfrm>
          <a:off x="0" y="0"/>
          <a:ext cx="0" cy="0"/>
          <a:chOff x="0" y="0"/>
          <a:chExt cx="0" cy="0"/>
        </a:xfrm>
      </p:grpSpPr>
      <p:sp>
        <p:nvSpPr>
          <p:cNvPr id="381" name="Google Shape;381;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2" name="Google Shape;382;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3" name="Google Shape;383;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4" name="Google Shape;384;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5" name="Shape 385"/>
        <p:cNvGrpSpPr/>
        <p:nvPr/>
      </p:nvGrpSpPr>
      <p:grpSpPr>
        <a:xfrm>
          <a:off x="0" y="0"/>
          <a:ext cx="0" cy="0"/>
          <a:chOff x="0" y="0"/>
          <a:chExt cx="0" cy="0"/>
        </a:xfrm>
      </p:grpSpPr>
      <p:sp>
        <p:nvSpPr>
          <p:cNvPr id="386" name="Google Shape;38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7" name="Google Shape;38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8" name="Shape 388"/>
        <p:cNvGrpSpPr/>
        <p:nvPr/>
      </p:nvGrpSpPr>
      <p:grpSpPr>
        <a:xfrm>
          <a:off x="0" y="0"/>
          <a:ext cx="0" cy="0"/>
          <a:chOff x="0" y="0"/>
          <a:chExt cx="0" cy="0"/>
        </a:xfrm>
      </p:grpSpPr>
      <p:sp>
        <p:nvSpPr>
          <p:cNvPr id="389" name="Google Shape;389;p4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90" name="Google Shape;390;p4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1" name="Google Shape;391;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2" name="Shape 392"/>
        <p:cNvGrpSpPr/>
        <p:nvPr/>
      </p:nvGrpSpPr>
      <p:grpSpPr>
        <a:xfrm>
          <a:off x="0" y="0"/>
          <a:ext cx="0" cy="0"/>
          <a:chOff x="0" y="0"/>
          <a:chExt cx="0" cy="0"/>
        </a:xfrm>
      </p:grpSpPr>
      <p:sp>
        <p:nvSpPr>
          <p:cNvPr id="393" name="Google Shape;393;p4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94" name="Google Shape;39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5" name="Shape 395"/>
        <p:cNvGrpSpPr/>
        <p:nvPr/>
      </p:nvGrpSpPr>
      <p:grpSpPr>
        <a:xfrm>
          <a:off x="0" y="0"/>
          <a:ext cx="0" cy="0"/>
          <a:chOff x="0" y="0"/>
          <a:chExt cx="0" cy="0"/>
        </a:xfrm>
      </p:grpSpPr>
      <p:sp>
        <p:nvSpPr>
          <p:cNvPr id="396" name="Google Shape;396;p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8" name="Google Shape;398;p4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9" name="Google Shape;399;p4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0" name="Google Shape;40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1" name="Shape 401"/>
        <p:cNvGrpSpPr/>
        <p:nvPr/>
      </p:nvGrpSpPr>
      <p:grpSpPr>
        <a:xfrm>
          <a:off x="0" y="0"/>
          <a:ext cx="0" cy="0"/>
          <a:chOff x="0" y="0"/>
          <a:chExt cx="0" cy="0"/>
        </a:xfrm>
      </p:grpSpPr>
      <p:sp>
        <p:nvSpPr>
          <p:cNvPr id="402" name="Google Shape;402;p4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03" name="Google Shape;403;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04" name="Shape 404"/>
        <p:cNvGrpSpPr/>
        <p:nvPr/>
      </p:nvGrpSpPr>
      <p:grpSpPr>
        <a:xfrm>
          <a:off x="0" y="0"/>
          <a:ext cx="0" cy="0"/>
          <a:chOff x="0" y="0"/>
          <a:chExt cx="0" cy="0"/>
        </a:xfrm>
      </p:grpSpPr>
      <p:sp>
        <p:nvSpPr>
          <p:cNvPr id="405" name="Google Shape;405;p4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06" name="Google Shape;406;p4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07" name="Google Shape;40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8" name="Shape 408"/>
        <p:cNvGrpSpPr/>
        <p:nvPr/>
      </p:nvGrpSpPr>
      <p:grpSpPr>
        <a:xfrm>
          <a:off x="0" y="0"/>
          <a:ext cx="0" cy="0"/>
          <a:chOff x="0" y="0"/>
          <a:chExt cx="0" cy="0"/>
        </a:xfrm>
      </p:grpSpPr>
      <p:sp>
        <p:nvSpPr>
          <p:cNvPr id="409" name="Google Shape;40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content">
  <p:cSld name="New content">
    <p:spTree>
      <p:nvGrpSpPr>
        <p:cNvPr id="410" name="Shape 410"/>
        <p:cNvGrpSpPr/>
        <p:nvPr/>
      </p:nvGrpSpPr>
      <p:grpSpPr>
        <a:xfrm>
          <a:off x="0" y="0"/>
          <a:ext cx="0" cy="0"/>
          <a:chOff x="0" y="0"/>
          <a:chExt cx="0" cy="0"/>
        </a:xfrm>
      </p:grpSpPr>
      <p:sp>
        <p:nvSpPr>
          <p:cNvPr id="411" name="Google Shape;411;p49"/>
          <p:cNvSpPr/>
          <p:nvPr/>
        </p:nvSpPr>
        <p:spPr>
          <a:xfrm>
            <a:off x="7864888" y="483518"/>
            <a:ext cx="912274" cy="160044"/>
          </a:xfrm>
          <a:custGeom>
            <a:rect b="b" l="l" r="r" t="t"/>
            <a:pathLst>
              <a:path extrusionOk="0" h="160044" w="912274">
                <a:moveTo>
                  <a:pt x="0" y="160044"/>
                </a:moveTo>
                <a:lnTo>
                  <a:pt x="83665" y="0"/>
                </a:lnTo>
                <a:lnTo>
                  <a:pt x="912274" y="4595"/>
                </a:lnTo>
                <a:cubicBezTo>
                  <a:pt x="911190" y="56411"/>
                  <a:pt x="910105" y="108228"/>
                  <a:pt x="909021" y="160044"/>
                </a:cubicBezTo>
                <a:lnTo>
                  <a:pt x="0" y="160044"/>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12" name="Google Shape;412;p49"/>
          <p:cNvSpPr txBox="1"/>
          <p:nvPr>
            <p:ph type="title"/>
          </p:nvPr>
        </p:nvSpPr>
        <p:spPr>
          <a:xfrm>
            <a:off x="311700" y="82125"/>
            <a:ext cx="7356600" cy="49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F3864"/>
              </a:buClr>
              <a:buSzPts val="2000"/>
              <a:buFont typeface="Roboto"/>
              <a:buNone/>
              <a:defRPr sz="2000">
                <a:solidFill>
                  <a:srgbClr val="1F3864"/>
                </a:solidFill>
                <a:latin typeface="Quattrocento Sans"/>
                <a:ea typeface="Quattrocento Sans"/>
                <a:cs typeface="Quattrocento Sans"/>
                <a:sym typeface="Quattrocento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3" name="Google Shape;413;p49"/>
          <p:cNvSpPr txBox="1"/>
          <p:nvPr>
            <p:ph idx="1" type="body"/>
          </p:nvPr>
        </p:nvSpPr>
        <p:spPr>
          <a:xfrm>
            <a:off x="311700" y="847675"/>
            <a:ext cx="8520600" cy="3968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Roboto"/>
              <a:buChar char="●"/>
              <a:defRPr>
                <a:latin typeface="Quattrocento Sans"/>
                <a:ea typeface="Quattrocento Sans"/>
                <a:cs typeface="Quattrocento Sans"/>
                <a:sym typeface="Quattrocento Sans"/>
              </a:defRPr>
            </a:lvl1pPr>
            <a:lvl2pPr indent="-317500" lvl="1" marL="914400" algn="l">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algn="l">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algn="l">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algn="l">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algn="l">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algn="l">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algn="l">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algn="l">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414" name="Google Shape;414;p49"/>
          <p:cNvSpPr txBox="1"/>
          <p:nvPr/>
        </p:nvSpPr>
        <p:spPr>
          <a:xfrm>
            <a:off x="8015032" y="5020056"/>
            <a:ext cx="1089600" cy="108600"/>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FE8F00"/>
              </a:buClr>
              <a:buSzPts val="700"/>
              <a:buFont typeface="Arial"/>
              <a:buNone/>
            </a:pPr>
            <a:r>
              <a:rPr b="1" i="0" lang="en" sz="700" u="none" cap="none" strike="noStrike">
                <a:solidFill>
                  <a:srgbClr val="FE5000"/>
                </a:solidFill>
                <a:latin typeface="Arial"/>
                <a:ea typeface="Arial"/>
                <a:cs typeface="Arial"/>
                <a:sym typeface="Arial"/>
              </a:rPr>
              <a:t>[ Airbus Amber ]</a:t>
            </a:r>
            <a:endParaRPr b="1" i="0" sz="700" u="none" cap="none" strike="noStrike">
              <a:solidFill>
                <a:srgbClr val="FE5000"/>
              </a:solidFill>
              <a:latin typeface="Arial"/>
              <a:ea typeface="Arial"/>
              <a:cs typeface="Arial"/>
              <a:sym typeface="Arial"/>
            </a:endParaRPr>
          </a:p>
        </p:txBody>
      </p:sp>
      <p:pic>
        <p:nvPicPr>
          <p:cNvPr id="415" name="Google Shape;415;p49"/>
          <p:cNvPicPr preferRelativeResize="0"/>
          <p:nvPr/>
        </p:nvPicPr>
        <p:blipFill rotWithShape="1">
          <a:blip r:embed="rId2">
            <a:alphaModFix/>
          </a:blip>
          <a:srcRect b="0" l="0" r="0" t="0"/>
          <a:stretch/>
        </p:blipFill>
        <p:spPr>
          <a:xfrm>
            <a:off x="7978200" y="76190"/>
            <a:ext cx="1089600" cy="37242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5" Type="http://schemas.openxmlformats.org/officeDocument/2006/relationships/theme" Target="../theme/theme2.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3" Type="http://schemas.openxmlformats.org/officeDocument/2006/relationships/theme" Target="../theme/theme3.xml"/><Relationship Id="rId12"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chemeClr val="dk2"/>
              </a:buClr>
              <a:buSzPts val="1900"/>
              <a:buFont typeface="Arial"/>
              <a:buNone/>
              <a:defRPr b="0" i="0" sz="1900" u="none" cap="none" strike="noStrike">
                <a:solidFill>
                  <a:schemeClr val="dk2"/>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59100" y="1169100"/>
            <a:ext cx="8424000" cy="3263504"/>
          </a:xfrm>
          <a:prstGeom prst="rect">
            <a:avLst/>
          </a:prstGeom>
          <a:noFill/>
          <a:ln>
            <a:noFill/>
          </a:ln>
        </p:spPr>
        <p:txBody>
          <a:bodyPr anchorCtr="0" anchor="t" bIns="0" lIns="0" spcFirstLastPara="1" rIns="0" wrap="square" tIns="0">
            <a:noAutofit/>
          </a:bodyPr>
          <a:lstStyle>
            <a:lvl1pPr indent="-298450" lvl="0" marL="4572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1pPr>
            <a:lvl2pPr indent="-298450" lvl="1" marL="9144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2pPr>
            <a:lvl3pPr indent="-298450" lvl="2" marL="13716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3pPr>
            <a:lvl4pPr indent="-298450" lvl="3" marL="18288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4pPr>
            <a:lvl5pPr indent="-298450" lvl="4" marL="22860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5pPr>
            <a:lvl6pPr indent="-298450" lvl="5" marL="27432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6pPr>
            <a:lvl7pPr indent="-298450" lvl="6" marL="32004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7pPr>
            <a:lvl8pPr indent="-298450" lvl="7" marL="36576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8pPr>
            <a:lvl9pPr indent="-298450" lvl="8" marL="4114800" marR="0" rtl="0" algn="l">
              <a:lnSpc>
                <a:spcPct val="113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9pPr>
          </a:lstStyle>
          <a:p/>
        </p:txBody>
      </p:sp>
      <p:sp>
        <p:nvSpPr>
          <p:cNvPr id="53" name="Google Shape;53;p13"/>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buNone/>
              <a:defRPr b="0" i="0" sz="600" u="none" cap="none" strike="noStrike">
                <a:solidFill>
                  <a:srgbClr val="888888"/>
                </a:solidFill>
                <a:latin typeface="Arial"/>
                <a:ea typeface="Arial"/>
                <a:cs typeface="Arial"/>
                <a:sym typeface="Arial"/>
              </a:defRPr>
            </a:lvl1pPr>
            <a:lvl2pPr indent="0" lvl="1" marL="0" marR="0" rtl="0" algn="l">
              <a:lnSpc>
                <a:spcPct val="100000"/>
              </a:lnSpc>
              <a:spcBef>
                <a:spcPts val="0"/>
              </a:spcBef>
              <a:buNone/>
              <a:defRPr b="0" i="0" sz="600" u="none" cap="none" strike="noStrike">
                <a:solidFill>
                  <a:srgbClr val="888888"/>
                </a:solidFill>
                <a:latin typeface="Arial"/>
                <a:ea typeface="Arial"/>
                <a:cs typeface="Arial"/>
                <a:sym typeface="Arial"/>
              </a:defRPr>
            </a:lvl2pPr>
            <a:lvl3pPr indent="0" lvl="2" marL="0" marR="0" rtl="0" algn="l">
              <a:lnSpc>
                <a:spcPct val="100000"/>
              </a:lnSpc>
              <a:spcBef>
                <a:spcPts val="0"/>
              </a:spcBef>
              <a:buNone/>
              <a:defRPr b="0" i="0" sz="600" u="none" cap="none" strike="noStrike">
                <a:solidFill>
                  <a:srgbClr val="888888"/>
                </a:solidFill>
                <a:latin typeface="Arial"/>
                <a:ea typeface="Arial"/>
                <a:cs typeface="Arial"/>
                <a:sym typeface="Arial"/>
              </a:defRPr>
            </a:lvl3pPr>
            <a:lvl4pPr indent="0" lvl="3" marL="0" marR="0" rtl="0" algn="l">
              <a:lnSpc>
                <a:spcPct val="100000"/>
              </a:lnSpc>
              <a:spcBef>
                <a:spcPts val="0"/>
              </a:spcBef>
              <a:buNone/>
              <a:defRPr b="0" i="0" sz="600" u="none" cap="none" strike="noStrike">
                <a:solidFill>
                  <a:srgbClr val="888888"/>
                </a:solidFill>
                <a:latin typeface="Arial"/>
                <a:ea typeface="Arial"/>
                <a:cs typeface="Arial"/>
                <a:sym typeface="Arial"/>
              </a:defRPr>
            </a:lvl4pPr>
            <a:lvl5pPr indent="0" lvl="4" marL="0" marR="0" rtl="0" algn="l">
              <a:lnSpc>
                <a:spcPct val="100000"/>
              </a:lnSpc>
              <a:spcBef>
                <a:spcPts val="0"/>
              </a:spcBef>
              <a:buNone/>
              <a:defRPr b="0" i="0" sz="600" u="none" cap="none" strike="noStrike">
                <a:solidFill>
                  <a:srgbClr val="888888"/>
                </a:solidFill>
                <a:latin typeface="Arial"/>
                <a:ea typeface="Arial"/>
                <a:cs typeface="Arial"/>
                <a:sym typeface="Arial"/>
              </a:defRPr>
            </a:lvl5pPr>
            <a:lvl6pPr indent="0" lvl="5" marL="0" marR="0" rtl="0" algn="l">
              <a:lnSpc>
                <a:spcPct val="100000"/>
              </a:lnSpc>
              <a:spcBef>
                <a:spcPts val="0"/>
              </a:spcBef>
              <a:buNone/>
              <a:defRPr b="0" i="0" sz="600" u="none" cap="none" strike="noStrike">
                <a:solidFill>
                  <a:srgbClr val="888888"/>
                </a:solidFill>
                <a:latin typeface="Arial"/>
                <a:ea typeface="Arial"/>
                <a:cs typeface="Arial"/>
                <a:sym typeface="Arial"/>
              </a:defRPr>
            </a:lvl6pPr>
            <a:lvl7pPr indent="0" lvl="6" marL="0" marR="0" rtl="0" algn="l">
              <a:lnSpc>
                <a:spcPct val="100000"/>
              </a:lnSpc>
              <a:spcBef>
                <a:spcPts val="0"/>
              </a:spcBef>
              <a:buNone/>
              <a:defRPr b="0" i="0" sz="600" u="none" cap="none" strike="noStrike">
                <a:solidFill>
                  <a:srgbClr val="888888"/>
                </a:solidFill>
                <a:latin typeface="Arial"/>
                <a:ea typeface="Arial"/>
                <a:cs typeface="Arial"/>
                <a:sym typeface="Arial"/>
              </a:defRPr>
            </a:lvl7pPr>
            <a:lvl8pPr indent="0" lvl="7" marL="0" marR="0" rtl="0" algn="l">
              <a:lnSpc>
                <a:spcPct val="100000"/>
              </a:lnSpc>
              <a:spcBef>
                <a:spcPts val="0"/>
              </a:spcBef>
              <a:buNone/>
              <a:defRPr b="0" i="0" sz="600" u="none" cap="none" strike="noStrike">
                <a:solidFill>
                  <a:srgbClr val="888888"/>
                </a:solidFill>
                <a:latin typeface="Arial"/>
                <a:ea typeface="Arial"/>
                <a:cs typeface="Arial"/>
                <a:sym typeface="Arial"/>
              </a:defRPr>
            </a:lvl8pPr>
            <a:lvl9pPr indent="0" lvl="8" marL="0" marR="0" rtl="0" algn="l">
              <a:lnSpc>
                <a:spcPct val="100000"/>
              </a:lnSpc>
              <a:spcBef>
                <a:spcPts val="0"/>
              </a:spcBef>
              <a:buNone/>
              <a:defRPr b="0" i="0" sz="6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pic>
        <p:nvPicPr>
          <p:cNvPr descr="Ein Bild, das Monitor, Computer, sitzend, Bildschirm enthält.&#10;&#10;Automatisch generierte Beschreibung" id="54" name="Google Shape;54;p13"/>
          <p:cNvPicPr preferRelativeResize="0"/>
          <p:nvPr/>
        </p:nvPicPr>
        <p:blipFill rotWithShape="1">
          <a:blip r:embed="rId1">
            <a:alphaModFix/>
          </a:blip>
          <a:srcRect b="0" l="0" r="0" t="0"/>
          <a:stretch/>
        </p:blipFill>
        <p:spPr>
          <a:xfrm>
            <a:off x="8135095" y="4848800"/>
            <a:ext cx="817128" cy="151547"/>
          </a:xfrm>
          <a:prstGeom prst="rect">
            <a:avLst/>
          </a:prstGeom>
          <a:noFill/>
          <a:ln>
            <a:noFill/>
          </a:ln>
        </p:spPr>
      </p:pic>
      <p:sp>
        <p:nvSpPr>
          <p:cNvPr id="55" name="Google Shape;55;p13"/>
          <p:cNvSpPr txBox="1"/>
          <p:nvPr/>
        </p:nvSpPr>
        <p:spPr>
          <a:xfrm>
            <a:off x="8253413" y="255985"/>
            <a:ext cx="690563" cy="108347"/>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chemeClr val="accent5"/>
              </a:buClr>
              <a:buSzPts val="700"/>
              <a:buFont typeface="Arial"/>
              <a:buNone/>
            </a:pPr>
            <a:r>
              <a:rPr b="1" i="0" lang="en" sz="700" u="none" cap="none" strike="noStrike">
                <a:solidFill>
                  <a:schemeClr val="accent5"/>
                </a:solidFill>
                <a:latin typeface="Arial"/>
                <a:ea typeface="Arial"/>
                <a:cs typeface="Arial"/>
                <a:sym typeface="Arial"/>
              </a:rPr>
              <a:t>Airbus Amber</a:t>
            </a:r>
            <a:endParaRPr b="1" i="0" sz="700" u="none" cap="none" strike="noStrike">
              <a:solidFill>
                <a:schemeClr val="accent5"/>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11">
          <p15:clr>
            <a:srgbClr val="F26B43"/>
          </p15:clr>
        </p15:guide>
        <p15:guide id="2" orient="horz" pos="736">
          <p15:clr>
            <a:srgbClr val="F26B43"/>
          </p15:clr>
        </p15:guide>
        <p15:guide id="3" orient="horz" pos="2794">
          <p15:clr>
            <a:srgbClr val="F26B43"/>
          </p15:clr>
        </p15:guide>
        <p15:guide id="4" pos="227">
          <p15:clr>
            <a:srgbClr val="F26B43"/>
          </p15:clr>
        </p15:guide>
        <p15:guide id="5" pos="553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65" name="Shape 365"/>
        <p:cNvGrpSpPr/>
        <p:nvPr/>
      </p:nvGrpSpPr>
      <p:grpSpPr>
        <a:xfrm>
          <a:off x="0" y="0"/>
          <a:ext cx="0" cy="0"/>
          <a:chOff x="0" y="0"/>
          <a:chExt cx="0" cy="0"/>
        </a:xfrm>
      </p:grpSpPr>
      <p:sp>
        <p:nvSpPr>
          <p:cNvPr id="366" name="Google Shape;36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67" name="Google Shape;36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68" name="Google Shape;36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35.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30.png"/><Relationship Id="rId5" Type="http://schemas.openxmlformats.org/officeDocument/2006/relationships/hyperlink" Target="https://github.com/alyasltd/conformal_runway_detection" TargetMode="External"/><Relationship Id="rId6" Type="http://schemas.openxmlformats.org/officeDocument/2006/relationships/image" Target="../media/image26.png"/><Relationship Id="rId7"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 Id="rId3" Type="http://schemas.openxmlformats.org/officeDocument/2006/relationships/image" Target="../media/image33.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26.png"/><Relationship Id="rId4" Type="http://schemas.openxmlformats.org/officeDocument/2006/relationships/image" Target="../media/image32.png"/><Relationship Id="rId5" Type="http://schemas.openxmlformats.org/officeDocument/2006/relationships/image" Target="../media/image31.png"/><Relationship Id="rId6"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0"/>
          <p:cNvSpPr txBox="1"/>
          <p:nvPr>
            <p:ph type="ctrTitle"/>
          </p:nvPr>
        </p:nvSpPr>
        <p:spPr>
          <a:xfrm>
            <a:off x="2478762" y="2960827"/>
            <a:ext cx="4523400" cy="653400"/>
          </a:xfrm>
          <a:prstGeom prst="rect">
            <a:avLst/>
          </a:prstGeom>
          <a:noFill/>
          <a:ln>
            <a:noFill/>
          </a:ln>
        </p:spPr>
        <p:txBody>
          <a:bodyPr anchorCtr="0" anchor="b" bIns="0" lIns="0" spcFirstLastPara="1" rIns="0" wrap="square" tIns="0">
            <a:noAutofit/>
          </a:bodyPr>
          <a:lstStyle/>
          <a:p>
            <a:pPr indent="0" lvl="0" marL="0" rtl="0" algn="l">
              <a:lnSpc>
                <a:spcPct val="105000"/>
              </a:lnSpc>
              <a:spcBef>
                <a:spcPts val="0"/>
              </a:spcBef>
              <a:spcAft>
                <a:spcPts val="0"/>
              </a:spcAft>
              <a:buClr>
                <a:schemeClr val="lt1"/>
              </a:buClr>
              <a:buSzPts val="2300"/>
              <a:buFont typeface="Arial"/>
              <a:buNone/>
            </a:pPr>
            <a:r>
              <a:rPr lang="en" sz="2400">
                <a:latin typeface="Lexend"/>
                <a:ea typeface="Lexend"/>
                <a:cs typeface="Lexend"/>
                <a:sym typeface="Lexend"/>
              </a:rPr>
              <a:t>Paper Presentation </a:t>
            </a:r>
            <a:endParaRPr sz="2400">
              <a:latin typeface="Lexend"/>
              <a:ea typeface="Lexend"/>
              <a:cs typeface="Lexend"/>
              <a:sym typeface="Lexend"/>
            </a:endParaRPr>
          </a:p>
        </p:txBody>
      </p:sp>
      <p:sp>
        <p:nvSpPr>
          <p:cNvPr id="421" name="Google Shape;421;p50"/>
          <p:cNvSpPr txBox="1"/>
          <p:nvPr>
            <p:ph idx="1" type="subTitle"/>
          </p:nvPr>
        </p:nvSpPr>
        <p:spPr>
          <a:xfrm>
            <a:off x="2478746" y="3680866"/>
            <a:ext cx="6154800" cy="509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500"/>
              <a:buNone/>
            </a:pPr>
            <a:r>
              <a:rPr lang="en" sz="1400">
                <a:latin typeface="Lexend"/>
                <a:ea typeface="Lexend"/>
                <a:cs typeface="Lexend"/>
                <a:sym typeface="Lexend"/>
              </a:rPr>
              <a:t>Robust Vision-Based Runway Detection through Conformal</a:t>
            </a:r>
            <a:endParaRPr sz="1400">
              <a:latin typeface="Lexend"/>
              <a:ea typeface="Lexend"/>
              <a:cs typeface="Lexend"/>
              <a:sym typeface="Lexend"/>
            </a:endParaRPr>
          </a:p>
          <a:p>
            <a:pPr indent="0" lvl="0" marL="0" rtl="0" algn="l">
              <a:lnSpc>
                <a:spcPct val="100000"/>
              </a:lnSpc>
              <a:spcBef>
                <a:spcPts val="0"/>
              </a:spcBef>
              <a:spcAft>
                <a:spcPts val="0"/>
              </a:spcAft>
              <a:buClr>
                <a:schemeClr val="lt1"/>
              </a:buClr>
              <a:buSzPts val="1500"/>
              <a:buNone/>
            </a:pPr>
            <a:r>
              <a:rPr lang="en" sz="1400">
                <a:latin typeface="Lexend"/>
                <a:ea typeface="Lexend"/>
                <a:cs typeface="Lexend"/>
                <a:sym typeface="Lexend"/>
              </a:rPr>
              <a:t>Prediction and Conformal mAP</a:t>
            </a:r>
            <a:endParaRPr sz="1400">
              <a:latin typeface="Lexend"/>
              <a:ea typeface="Lexend"/>
              <a:cs typeface="Lexend"/>
              <a:sym typeface="Lexend"/>
            </a:endParaRPr>
          </a:p>
          <a:p>
            <a:pPr indent="0" lvl="0" marL="0" rtl="0" algn="l">
              <a:lnSpc>
                <a:spcPct val="100000"/>
              </a:lnSpc>
              <a:spcBef>
                <a:spcPts val="0"/>
              </a:spcBef>
              <a:spcAft>
                <a:spcPts val="0"/>
              </a:spcAft>
              <a:buClr>
                <a:schemeClr val="lt1"/>
              </a:buClr>
              <a:buSzPts val="1500"/>
              <a:buNone/>
            </a:pPr>
            <a:r>
              <a:t/>
            </a:r>
            <a:endParaRPr sz="1400">
              <a:latin typeface="Lexend"/>
              <a:ea typeface="Lexend"/>
              <a:cs typeface="Lexend"/>
              <a:sym typeface="Lexend"/>
            </a:endParaRPr>
          </a:p>
        </p:txBody>
      </p:sp>
      <p:sp>
        <p:nvSpPr>
          <p:cNvPr id="422" name="Google Shape;422;p50"/>
          <p:cNvSpPr txBox="1"/>
          <p:nvPr>
            <p:ph idx="2" type="body"/>
          </p:nvPr>
        </p:nvSpPr>
        <p:spPr>
          <a:xfrm>
            <a:off x="2478825" y="4323116"/>
            <a:ext cx="4523400" cy="42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000"/>
              <a:buNone/>
            </a:pPr>
            <a:r>
              <a:rPr b="1" lang="en" u="sng">
                <a:latin typeface="Lexend"/>
                <a:ea typeface="Lexend"/>
                <a:cs typeface="Lexend"/>
                <a:sym typeface="Lexend"/>
              </a:rPr>
              <a:t>Alya Zouzou</a:t>
            </a:r>
            <a:r>
              <a:rPr lang="en">
                <a:latin typeface="Lexend"/>
                <a:ea typeface="Lexend"/>
                <a:cs typeface="Lexend"/>
                <a:sym typeface="Lexend"/>
              </a:rPr>
              <a:t>, </a:t>
            </a:r>
            <a:r>
              <a:rPr lang="en" u="sng">
                <a:latin typeface="Lexend"/>
                <a:ea typeface="Lexend"/>
                <a:cs typeface="Lexend"/>
                <a:sym typeface="Lexend"/>
              </a:rPr>
              <a:t>Léo Andéol</a:t>
            </a:r>
            <a:r>
              <a:rPr lang="en">
                <a:latin typeface="Lexend"/>
                <a:ea typeface="Lexend"/>
                <a:cs typeface="Lexend"/>
                <a:sym typeface="Lexend"/>
              </a:rPr>
              <a:t>, Mélanie Ducoffe and Ryma </a:t>
            </a:r>
            <a:r>
              <a:rPr lang="en">
                <a:latin typeface="Lexend"/>
                <a:ea typeface="Lexend"/>
                <a:cs typeface="Lexend"/>
                <a:sym typeface="Lexend"/>
              </a:rPr>
              <a:t>Boumazouza</a:t>
            </a:r>
            <a:endParaRPr>
              <a:latin typeface="Lexend"/>
              <a:ea typeface="Lexend"/>
              <a:cs typeface="Lexend"/>
              <a:sym typeface="Lexend"/>
            </a:endParaRPr>
          </a:p>
          <a:p>
            <a:pPr indent="0" lvl="0" marL="0" rtl="0" algn="l">
              <a:spcBef>
                <a:spcPts val="0"/>
              </a:spcBef>
              <a:spcAft>
                <a:spcPts val="1200"/>
              </a:spcAft>
              <a:buClr>
                <a:schemeClr val="dk1"/>
              </a:buClr>
              <a:buSzPts val="800"/>
              <a:buNone/>
            </a:pPr>
            <a:r>
              <a:rPr lang="en">
                <a:latin typeface="Lexend"/>
                <a:ea typeface="Lexend"/>
                <a:cs typeface="Lexend"/>
                <a:sym typeface="Lexend"/>
              </a:rPr>
              <a:t>10th September </a:t>
            </a:r>
            <a:r>
              <a:rPr lang="en">
                <a:latin typeface="Lexend"/>
                <a:ea typeface="Lexend"/>
                <a:cs typeface="Lexend"/>
                <a:sym typeface="Lexend"/>
              </a:rPr>
              <a:t>2025</a:t>
            </a:r>
            <a:endParaRPr>
              <a:latin typeface="Lexend"/>
              <a:ea typeface="Lexend"/>
              <a:cs typeface="Lexend"/>
              <a:sym typeface="Lexend"/>
            </a:endParaRPr>
          </a:p>
        </p:txBody>
      </p:sp>
      <p:pic>
        <p:nvPicPr>
          <p:cNvPr id="423" name="Google Shape;423;p50"/>
          <p:cNvPicPr preferRelativeResize="0"/>
          <p:nvPr/>
        </p:nvPicPr>
        <p:blipFill>
          <a:blip r:embed="rId3">
            <a:alphaModFix/>
          </a:blip>
          <a:stretch>
            <a:fillRect/>
          </a:stretch>
        </p:blipFill>
        <p:spPr>
          <a:xfrm>
            <a:off x="762000" y="704476"/>
            <a:ext cx="2235174" cy="1117600"/>
          </a:xfrm>
          <a:prstGeom prst="rect">
            <a:avLst/>
          </a:prstGeom>
          <a:noFill/>
          <a:ln>
            <a:noFill/>
          </a:ln>
          <a:effectLst>
            <a:outerShdw blurRad="57150" rotWithShape="0" algn="bl" dir="5400000" dist="19050">
              <a:srgbClr val="000000"/>
            </a:outerShdw>
          </a:effectLst>
        </p:spPr>
      </p:pic>
      <p:pic>
        <p:nvPicPr>
          <p:cNvPr id="424" name="Google Shape;424;p50"/>
          <p:cNvPicPr preferRelativeResize="0"/>
          <p:nvPr/>
        </p:nvPicPr>
        <p:blipFill rotWithShape="1">
          <a:blip r:embed="rId4">
            <a:alphaModFix/>
          </a:blip>
          <a:srcRect b="0" l="0" r="0" t="0"/>
          <a:stretch/>
        </p:blipFill>
        <p:spPr>
          <a:xfrm>
            <a:off x="2478825" y="2806175"/>
            <a:ext cx="1460900" cy="349375"/>
          </a:xfrm>
          <a:prstGeom prst="rect">
            <a:avLst/>
          </a:prstGeom>
          <a:noFill/>
          <a:ln>
            <a:noFill/>
          </a:ln>
        </p:spPr>
      </p:pic>
      <p:pic>
        <p:nvPicPr>
          <p:cNvPr id="425" name="Google Shape;425;p50"/>
          <p:cNvPicPr preferRelativeResize="0"/>
          <p:nvPr/>
        </p:nvPicPr>
        <p:blipFill>
          <a:blip r:embed="rId5">
            <a:alphaModFix/>
          </a:blip>
          <a:stretch>
            <a:fillRect/>
          </a:stretch>
        </p:blipFill>
        <p:spPr>
          <a:xfrm>
            <a:off x="6383047" y="4662445"/>
            <a:ext cx="513764" cy="256882"/>
          </a:xfrm>
          <a:prstGeom prst="rect">
            <a:avLst/>
          </a:prstGeom>
          <a:noFill/>
          <a:ln>
            <a:noFill/>
          </a:ln>
          <a:effectLst>
            <a:outerShdw blurRad="30755" rotWithShape="0" algn="bl" dir="5400000" dist="10252">
              <a:srgbClr val="000000">
                <a:alpha val="90000"/>
              </a:srgbClr>
            </a:outerShdw>
          </a:effectLst>
        </p:spPr>
      </p:pic>
      <p:pic>
        <p:nvPicPr>
          <p:cNvPr id="426" name="Google Shape;426;p50"/>
          <p:cNvPicPr preferRelativeResize="0"/>
          <p:nvPr/>
        </p:nvPicPr>
        <p:blipFill>
          <a:blip r:embed="rId6">
            <a:alphaModFix/>
          </a:blip>
          <a:stretch>
            <a:fillRect/>
          </a:stretch>
        </p:blipFill>
        <p:spPr>
          <a:xfrm>
            <a:off x="6941806" y="4662445"/>
            <a:ext cx="456674" cy="256881"/>
          </a:xfrm>
          <a:prstGeom prst="rect">
            <a:avLst/>
          </a:prstGeom>
          <a:noFill/>
          <a:ln>
            <a:noFill/>
          </a:ln>
          <a:effectLst>
            <a:outerShdw blurRad="30755" rotWithShape="0" algn="bl" dir="5400000" dist="10252">
              <a:srgbClr val="000000">
                <a:alpha val="90000"/>
              </a:srgbClr>
            </a:outerShdw>
          </a:effectLst>
        </p:spPr>
      </p:pic>
      <p:pic>
        <p:nvPicPr>
          <p:cNvPr id="427" name="Google Shape;427;p50"/>
          <p:cNvPicPr preferRelativeResize="0"/>
          <p:nvPr/>
        </p:nvPicPr>
        <p:blipFill rotWithShape="1">
          <a:blip r:embed="rId7">
            <a:alphaModFix/>
          </a:blip>
          <a:srcRect b="20948" l="0" r="0" t="0"/>
          <a:stretch/>
        </p:blipFill>
        <p:spPr>
          <a:xfrm>
            <a:off x="7443475" y="4662441"/>
            <a:ext cx="468047" cy="256900"/>
          </a:xfrm>
          <a:prstGeom prst="rect">
            <a:avLst/>
          </a:prstGeom>
          <a:noFill/>
          <a:ln>
            <a:noFill/>
          </a:ln>
          <a:effectLst>
            <a:outerShdw blurRad="30755" rotWithShape="0" algn="bl" dir="5400000" dist="10252">
              <a:srgbClr val="000000">
                <a:alpha val="9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1"/>
          <p:cNvSpPr/>
          <p:nvPr/>
        </p:nvSpPr>
        <p:spPr>
          <a:xfrm>
            <a:off x="6943975" y="1594692"/>
            <a:ext cx="2113200" cy="1923300"/>
          </a:xfrm>
          <a:prstGeom prst="roundRect">
            <a:avLst>
              <a:gd fmla="val 16667" name="adj"/>
            </a:avLst>
          </a:prstGeom>
          <a:gradFill>
            <a:gsLst>
              <a:gs pos="0">
                <a:srgbClr val="D9D2E9"/>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51"/>
          <p:cNvSpPr/>
          <p:nvPr/>
        </p:nvSpPr>
        <p:spPr>
          <a:xfrm>
            <a:off x="3962900" y="1524942"/>
            <a:ext cx="2845800" cy="2130300"/>
          </a:xfrm>
          <a:prstGeom prst="roundRect">
            <a:avLst>
              <a:gd fmla="val 16667" name="adj"/>
            </a:avLst>
          </a:prstGeom>
          <a:gradFill>
            <a:gsLst>
              <a:gs pos="0">
                <a:srgbClr val="C9DAF8"/>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51"/>
          <p:cNvSpPr/>
          <p:nvPr/>
        </p:nvSpPr>
        <p:spPr>
          <a:xfrm>
            <a:off x="1078350" y="1594717"/>
            <a:ext cx="2749200" cy="2060400"/>
          </a:xfrm>
          <a:prstGeom prst="roundRect">
            <a:avLst>
              <a:gd fmla="val 16667" name="adj"/>
            </a:avLst>
          </a:prstGeom>
          <a:gradFill>
            <a:gsLst>
              <a:gs pos="0">
                <a:srgbClr val="C9DAF8"/>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51"/>
          <p:cNvSpPr txBox="1"/>
          <p:nvPr/>
        </p:nvSpPr>
        <p:spPr>
          <a:xfrm>
            <a:off x="288425" y="72250"/>
            <a:ext cx="73983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Motivation: </a:t>
            </a:r>
            <a:r>
              <a:rPr b="1" lang="en" sz="1800" u="sng">
                <a:solidFill>
                  <a:srgbClr val="00205B"/>
                </a:solidFill>
                <a:latin typeface="Lexend"/>
                <a:ea typeface="Lexend"/>
                <a:cs typeface="Lexend"/>
                <a:sym typeface="Lexend"/>
              </a:rPr>
              <a:t>V</a:t>
            </a:r>
            <a:r>
              <a:rPr lang="en" sz="1800">
                <a:solidFill>
                  <a:srgbClr val="00205B"/>
                </a:solidFill>
                <a:latin typeface="Lexend Medium"/>
                <a:ea typeface="Lexend Medium"/>
                <a:cs typeface="Lexend Medium"/>
                <a:sym typeface="Lexend Medium"/>
              </a:rPr>
              <a:t>isual </a:t>
            </a:r>
            <a:r>
              <a:rPr b="1" lang="en" sz="1800" u="sng">
                <a:solidFill>
                  <a:srgbClr val="00205B"/>
                </a:solidFill>
                <a:latin typeface="Lexend"/>
                <a:ea typeface="Lexend"/>
                <a:cs typeface="Lexend"/>
                <a:sym typeface="Lexend"/>
              </a:rPr>
              <a:t>L</a:t>
            </a:r>
            <a:r>
              <a:rPr lang="en" sz="1800">
                <a:solidFill>
                  <a:srgbClr val="00205B"/>
                </a:solidFill>
                <a:latin typeface="Lexend Medium"/>
                <a:ea typeface="Lexend Medium"/>
                <a:cs typeface="Lexend Medium"/>
                <a:sym typeface="Lexend Medium"/>
              </a:rPr>
              <a:t>anding </a:t>
            </a:r>
            <a:r>
              <a:rPr b="1" lang="en" sz="1800" u="sng">
                <a:solidFill>
                  <a:srgbClr val="00205B"/>
                </a:solidFill>
                <a:latin typeface="Lexend"/>
                <a:ea typeface="Lexend"/>
                <a:cs typeface="Lexend"/>
                <a:sym typeface="Lexend"/>
              </a:rPr>
              <a:t>S</a:t>
            </a:r>
            <a:r>
              <a:rPr lang="en" sz="1800">
                <a:solidFill>
                  <a:srgbClr val="00205B"/>
                </a:solidFill>
                <a:latin typeface="Lexend Medium"/>
                <a:ea typeface="Lexend Medium"/>
                <a:cs typeface="Lexend Medium"/>
                <a:sym typeface="Lexend Medium"/>
              </a:rPr>
              <a:t>ystem (</a:t>
            </a:r>
            <a:r>
              <a:rPr b="1" lang="en" sz="1800">
                <a:solidFill>
                  <a:srgbClr val="00205B"/>
                </a:solidFill>
                <a:latin typeface="Lexend"/>
                <a:ea typeface="Lexend"/>
                <a:cs typeface="Lexend"/>
                <a:sym typeface="Lexend"/>
              </a:rPr>
              <a:t>VLS</a:t>
            </a:r>
            <a:r>
              <a:rPr lang="en" sz="1800">
                <a:solidFill>
                  <a:srgbClr val="00205B"/>
                </a:solidFill>
                <a:latin typeface="Lexend Medium"/>
                <a:ea typeface="Lexend Medium"/>
                <a:cs typeface="Lexend Medium"/>
                <a:sym typeface="Lexend Medium"/>
              </a:rPr>
              <a:t>)</a:t>
            </a:r>
            <a:endParaRPr i="0" sz="1800" u="none" cap="none" strike="noStrike">
              <a:solidFill>
                <a:srgbClr val="00205B"/>
              </a:solidFill>
              <a:latin typeface="Lexend Medium"/>
              <a:ea typeface="Lexend Medium"/>
              <a:cs typeface="Lexend Medium"/>
              <a:sym typeface="Lexend Medium"/>
            </a:endParaRPr>
          </a:p>
        </p:txBody>
      </p:sp>
      <p:cxnSp>
        <p:nvCxnSpPr>
          <p:cNvPr id="436" name="Google Shape;436;p51"/>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437" name="Google Shape;437;p51"/>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cxnSp>
        <p:nvCxnSpPr>
          <p:cNvPr id="438" name="Google Shape;438;p51"/>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439" name="Google Shape;439;p51"/>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sp>
        <p:nvSpPr>
          <p:cNvPr id="440" name="Google Shape;440;p51"/>
          <p:cNvSpPr txBox="1"/>
          <p:nvPr/>
        </p:nvSpPr>
        <p:spPr>
          <a:xfrm>
            <a:off x="288425" y="551193"/>
            <a:ext cx="87183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0"/>
              </a:spcAft>
              <a:buNone/>
            </a:pPr>
            <a:r>
              <a:rPr b="1" lang="en" sz="1300">
                <a:solidFill>
                  <a:srgbClr val="C00000"/>
                </a:solidFill>
                <a:latin typeface="Lexend"/>
                <a:ea typeface="Lexend"/>
                <a:cs typeface="Lexend"/>
                <a:sym typeface="Lexend"/>
              </a:rPr>
              <a:t>An ambition : </a:t>
            </a:r>
            <a:r>
              <a:rPr lang="en" sz="1300">
                <a:solidFill>
                  <a:srgbClr val="1F3864"/>
                </a:solidFill>
                <a:latin typeface="Lexend"/>
                <a:ea typeface="Lexend"/>
                <a:cs typeface="Lexend"/>
                <a:sym typeface="Lexend"/>
              </a:rPr>
              <a:t>to create an AI-based autonomous system that ensures a safe landing.</a:t>
            </a:r>
            <a:endParaRPr sz="1300">
              <a:solidFill>
                <a:srgbClr val="1F3864"/>
              </a:solidFill>
              <a:latin typeface="Lexend"/>
              <a:ea typeface="Lexend"/>
              <a:cs typeface="Lexend"/>
              <a:sym typeface="Lexend"/>
            </a:endParaRPr>
          </a:p>
        </p:txBody>
      </p:sp>
      <p:sp>
        <p:nvSpPr>
          <p:cNvPr id="441" name="Google Shape;441;p51"/>
          <p:cNvSpPr txBox="1"/>
          <p:nvPr/>
        </p:nvSpPr>
        <p:spPr>
          <a:xfrm>
            <a:off x="3569425" y="984781"/>
            <a:ext cx="1644300" cy="354000"/>
          </a:xfrm>
          <a:prstGeom prst="rect">
            <a:avLst/>
          </a:prstGeom>
          <a:noFill/>
          <a:ln cap="flat" cmpd="sng" w="9525">
            <a:solidFill>
              <a:srgbClr val="00205B"/>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1200"/>
              </a:spcBef>
              <a:spcAft>
                <a:spcPts val="0"/>
              </a:spcAft>
              <a:buNone/>
            </a:pPr>
            <a:r>
              <a:rPr b="1" lang="en" sz="1100">
                <a:solidFill>
                  <a:srgbClr val="00205B"/>
                </a:solidFill>
                <a:latin typeface="Lexend"/>
                <a:ea typeface="Lexend"/>
                <a:cs typeface="Lexend"/>
                <a:sym typeface="Lexend"/>
              </a:rPr>
              <a:t>Pilot support</a:t>
            </a:r>
            <a:endParaRPr sz="1100">
              <a:solidFill>
                <a:srgbClr val="00205B"/>
              </a:solidFill>
              <a:latin typeface="Lexend"/>
              <a:ea typeface="Lexend"/>
              <a:cs typeface="Lexend"/>
              <a:sym typeface="Lexend"/>
            </a:endParaRPr>
          </a:p>
        </p:txBody>
      </p:sp>
      <p:sp>
        <p:nvSpPr>
          <p:cNvPr id="442" name="Google Shape;442;p51"/>
          <p:cNvSpPr txBox="1"/>
          <p:nvPr/>
        </p:nvSpPr>
        <p:spPr>
          <a:xfrm>
            <a:off x="1338975" y="1699192"/>
            <a:ext cx="1644300" cy="329400"/>
          </a:xfrm>
          <a:prstGeom prst="rect">
            <a:avLst/>
          </a:prstGeom>
          <a:noFill/>
          <a:ln cap="flat" cmpd="sng" w="8850">
            <a:solidFill>
              <a:srgbClr val="D0E0E3"/>
            </a:solidFill>
            <a:prstDash val="solid"/>
            <a:round/>
            <a:headEnd len="sm" w="sm" type="none"/>
            <a:tailEnd len="sm" w="sm" type="none"/>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1023">
                <a:solidFill>
                  <a:srgbClr val="00205B"/>
                </a:solidFill>
                <a:latin typeface="Lexend Medium"/>
                <a:ea typeface="Lexend Medium"/>
                <a:cs typeface="Lexend Medium"/>
                <a:sym typeface="Lexend Medium"/>
              </a:rPr>
              <a:t>1. Runway Detection</a:t>
            </a:r>
            <a:r>
              <a:rPr b="1" lang="en" sz="1023">
                <a:solidFill>
                  <a:srgbClr val="00205B"/>
                </a:solidFill>
                <a:latin typeface="Lexend"/>
                <a:ea typeface="Lexend"/>
                <a:cs typeface="Lexend"/>
                <a:sym typeface="Lexend"/>
              </a:rPr>
              <a:t> </a:t>
            </a:r>
            <a:endParaRPr sz="1023">
              <a:solidFill>
                <a:srgbClr val="00205B"/>
              </a:solidFill>
              <a:latin typeface="Lexend"/>
              <a:ea typeface="Lexend"/>
              <a:cs typeface="Lexend"/>
              <a:sym typeface="Lexend"/>
            </a:endParaRPr>
          </a:p>
        </p:txBody>
      </p:sp>
      <p:sp>
        <p:nvSpPr>
          <p:cNvPr id="443" name="Google Shape;443;p51"/>
          <p:cNvSpPr txBox="1"/>
          <p:nvPr/>
        </p:nvSpPr>
        <p:spPr>
          <a:xfrm>
            <a:off x="4039107" y="1659304"/>
            <a:ext cx="1809600" cy="510300"/>
          </a:xfrm>
          <a:prstGeom prst="rect">
            <a:avLst/>
          </a:prstGeom>
          <a:noFill/>
          <a:ln cap="flat" cmpd="sng" w="8850">
            <a:solidFill>
              <a:srgbClr val="D0E0E3"/>
            </a:solidFill>
            <a:prstDash val="solid"/>
            <a:round/>
            <a:headEnd len="sm" w="sm" type="none"/>
            <a:tailEnd len="sm" w="sm" type="none"/>
          </a:ln>
        </p:spPr>
        <p:txBody>
          <a:bodyPr anchorCtr="0" anchor="t" bIns="85050" lIns="85050" spcFirstLastPara="1" rIns="85050" wrap="square" tIns="85050">
            <a:spAutoFit/>
          </a:bodyPr>
          <a:lstStyle/>
          <a:p>
            <a:pPr indent="0" lvl="0" marL="0" marR="0" rtl="0" algn="ctr">
              <a:lnSpc>
                <a:spcPct val="115000"/>
              </a:lnSpc>
              <a:spcBef>
                <a:spcPts val="1116"/>
              </a:spcBef>
              <a:spcAft>
                <a:spcPts val="0"/>
              </a:spcAft>
              <a:buNone/>
            </a:pPr>
            <a:r>
              <a:rPr lang="en" sz="1023">
                <a:solidFill>
                  <a:srgbClr val="00205B"/>
                </a:solidFill>
                <a:latin typeface="Lexend Medium"/>
                <a:ea typeface="Lexend Medium"/>
                <a:cs typeface="Lexend Medium"/>
                <a:sym typeface="Lexend Medium"/>
              </a:rPr>
              <a:t>2</a:t>
            </a:r>
            <a:r>
              <a:rPr lang="en" sz="1023">
                <a:solidFill>
                  <a:srgbClr val="00205B"/>
                </a:solidFill>
                <a:latin typeface="Lexend Medium"/>
                <a:ea typeface="Lexend Medium"/>
                <a:cs typeface="Lexend Medium"/>
                <a:sym typeface="Lexend Medium"/>
              </a:rPr>
              <a:t>. 2D Keypoints extraction</a:t>
            </a:r>
            <a:r>
              <a:rPr b="1" lang="en" sz="1023">
                <a:solidFill>
                  <a:srgbClr val="00205B"/>
                </a:solidFill>
                <a:latin typeface="Lexend"/>
                <a:ea typeface="Lexend"/>
                <a:cs typeface="Lexend"/>
                <a:sym typeface="Lexend"/>
              </a:rPr>
              <a:t>  </a:t>
            </a:r>
            <a:endParaRPr sz="1023">
              <a:solidFill>
                <a:srgbClr val="00205B"/>
              </a:solidFill>
              <a:latin typeface="Lexend"/>
              <a:ea typeface="Lexend"/>
              <a:cs typeface="Lexend"/>
              <a:sym typeface="Lexend"/>
            </a:endParaRPr>
          </a:p>
        </p:txBody>
      </p:sp>
      <p:sp>
        <p:nvSpPr>
          <p:cNvPr id="444" name="Google Shape;444;p51"/>
          <p:cNvSpPr txBox="1"/>
          <p:nvPr/>
        </p:nvSpPr>
        <p:spPr>
          <a:xfrm>
            <a:off x="7317895" y="1699192"/>
            <a:ext cx="1424400" cy="329400"/>
          </a:xfrm>
          <a:prstGeom prst="rect">
            <a:avLst/>
          </a:prstGeom>
          <a:noFill/>
          <a:ln cap="flat" cmpd="sng" w="8850">
            <a:solidFill>
              <a:srgbClr val="D9D2E9"/>
            </a:solidFill>
            <a:prstDash val="solid"/>
            <a:round/>
            <a:headEnd len="sm" w="sm" type="none"/>
            <a:tailEnd len="sm" w="sm" type="none"/>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1023">
                <a:solidFill>
                  <a:srgbClr val="00205B"/>
                </a:solidFill>
                <a:latin typeface="Lexend Medium"/>
                <a:ea typeface="Lexend Medium"/>
                <a:cs typeface="Lexend Medium"/>
                <a:sym typeface="Lexend Medium"/>
              </a:rPr>
              <a:t>3</a:t>
            </a:r>
            <a:r>
              <a:rPr lang="en" sz="1023">
                <a:solidFill>
                  <a:srgbClr val="00205B"/>
                </a:solidFill>
                <a:latin typeface="Lexend Medium"/>
                <a:ea typeface="Lexend Medium"/>
                <a:cs typeface="Lexend Medium"/>
                <a:sym typeface="Lexend Medium"/>
              </a:rPr>
              <a:t>. Pose estimation</a:t>
            </a:r>
            <a:r>
              <a:rPr b="1" lang="en" sz="1023">
                <a:solidFill>
                  <a:srgbClr val="00205B"/>
                </a:solidFill>
                <a:latin typeface="Lexend"/>
                <a:ea typeface="Lexend"/>
                <a:cs typeface="Lexend"/>
                <a:sym typeface="Lexend"/>
              </a:rPr>
              <a:t>  </a:t>
            </a:r>
            <a:endParaRPr sz="1023">
              <a:solidFill>
                <a:srgbClr val="00205B"/>
              </a:solidFill>
              <a:latin typeface="Lexend"/>
              <a:ea typeface="Lexend"/>
              <a:cs typeface="Lexend"/>
              <a:sym typeface="Lexend"/>
            </a:endParaRPr>
          </a:p>
        </p:txBody>
      </p:sp>
      <p:pic>
        <p:nvPicPr>
          <p:cNvPr id="445" name="Google Shape;445;p51"/>
          <p:cNvPicPr preferRelativeResize="0"/>
          <p:nvPr/>
        </p:nvPicPr>
        <p:blipFill rotWithShape="1">
          <a:blip r:embed="rId4">
            <a:alphaModFix/>
          </a:blip>
          <a:srcRect b="0" l="0" r="0" t="25506"/>
          <a:stretch/>
        </p:blipFill>
        <p:spPr>
          <a:xfrm>
            <a:off x="1399181" y="2126446"/>
            <a:ext cx="1384261" cy="1425246"/>
          </a:xfrm>
          <a:prstGeom prst="rect">
            <a:avLst/>
          </a:prstGeom>
          <a:noFill/>
          <a:ln>
            <a:noFill/>
          </a:ln>
        </p:spPr>
      </p:pic>
      <p:sp>
        <p:nvSpPr>
          <p:cNvPr id="446" name="Google Shape;446;p51"/>
          <p:cNvSpPr/>
          <p:nvPr/>
        </p:nvSpPr>
        <p:spPr>
          <a:xfrm>
            <a:off x="1641175" y="2303217"/>
            <a:ext cx="838800" cy="741000"/>
          </a:xfrm>
          <a:prstGeom prst="rect">
            <a:avLst/>
          </a:prstGeom>
          <a:noFill/>
          <a:ln cap="flat" cmpd="sng" w="17700">
            <a:solidFill>
              <a:srgbClr val="C00000"/>
            </a:solidFill>
            <a:prstDash val="solid"/>
            <a:round/>
            <a:headEnd len="sm" w="sm" type="none"/>
            <a:tailEnd len="sm" w="sm" type="none"/>
          </a:ln>
          <a:effectLst>
            <a:outerShdw blurRad="53162" rotWithShape="0" algn="bl" dir="5400000" dist="17721">
              <a:srgbClr val="000000">
                <a:alpha val="49410"/>
              </a:srgbClr>
            </a:outerShdw>
          </a:effectLst>
        </p:spPr>
        <p:txBody>
          <a:bodyPr anchorCtr="0" anchor="ctr" bIns="85050" lIns="85050" spcFirstLastPara="1" rIns="85050" wrap="square" tIns="85050">
            <a:noAutofit/>
          </a:bodyPr>
          <a:lstStyle/>
          <a:p>
            <a:pPr indent="0" lvl="0" marL="0" marR="0" rtl="0" algn="ctr">
              <a:lnSpc>
                <a:spcPct val="100000"/>
              </a:lnSpc>
              <a:spcBef>
                <a:spcPts val="0"/>
              </a:spcBef>
              <a:spcAft>
                <a:spcPts val="0"/>
              </a:spcAft>
              <a:buClr>
                <a:srgbClr val="000000"/>
              </a:buClr>
              <a:buSzPts val="1302"/>
              <a:buFont typeface="Arial"/>
              <a:buNone/>
            </a:pPr>
            <a:r>
              <a:t/>
            </a:r>
            <a:endParaRPr b="0" i="0" sz="1302" u="none" cap="none" strike="noStrike">
              <a:solidFill>
                <a:srgbClr val="000000"/>
              </a:solidFill>
              <a:latin typeface="Arial"/>
              <a:ea typeface="Arial"/>
              <a:cs typeface="Arial"/>
              <a:sym typeface="Arial"/>
            </a:endParaRPr>
          </a:p>
        </p:txBody>
      </p:sp>
      <p:pic>
        <p:nvPicPr>
          <p:cNvPr id="447" name="Google Shape;447;p51"/>
          <p:cNvPicPr preferRelativeResize="0"/>
          <p:nvPr/>
        </p:nvPicPr>
        <p:blipFill rotWithShape="1">
          <a:blip r:embed="rId4">
            <a:alphaModFix/>
          </a:blip>
          <a:srcRect b="0" l="0" r="0" t="25506"/>
          <a:stretch/>
        </p:blipFill>
        <p:spPr>
          <a:xfrm>
            <a:off x="147889" y="2481029"/>
            <a:ext cx="838942" cy="863781"/>
          </a:xfrm>
          <a:prstGeom prst="rect">
            <a:avLst/>
          </a:prstGeom>
          <a:noFill/>
          <a:ln>
            <a:noFill/>
          </a:ln>
        </p:spPr>
      </p:pic>
      <p:sp>
        <p:nvSpPr>
          <p:cNvPr id="448" name="Google Shape;448;p51"/>
          <p:cNvSpPr txBox="1"/>
          <p:nvPr/>
        </p:nvSpPr>
        <p:spPr>
          <a:xfrm>
            <a:off x="56250" y="2124706"/>
            <a:ext cx="1022100" cy="329400"/>
          </a:xfrm>
          <a:prstGeom prst="rect">
            <a:avLst/>
          </a:prstGeom>
          <a:noFill/>
          <a:ln cap="flat" cmpd="sng" w="8850">
            <a:solidFill>
              <a:schemeClr val="lt1"/>
            </a:solidFill>
            <a:prstDash val="solid"/>
            <a:round/>
            <a:headEnd len="sm" w="sm" type="none"/>
            <a:tailEnd len="sm" w="sm" type="none"/>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1023">
                <a:solidFill>
                  <a:srgbClr val="00205B"/>
                </a:solidFill>
                <a:latin typeface="Lexend Medium"/>
                <a:ea typeface="Lexend Medium"/>
                <a:cs typeface="Lexend Medium"/>
                <a:sym typeface="Lexend Medium"/>
              </a:rPr>
              <a:t>Input Image </a:t>
            </a:r>
            <a:endParaRPr sz="1023">
              <a:solidFill>
                <a:srgbClr val="00205B"/>
              </a:solidFill>
              <a:latin typeface="Lexend"/>
              <a:ea typeface="Lexend"/>
              <a:cs typeface="Lexend"/>
              <a:sym typeface="Lexend"/>
            </a:endParaRPr>
          </a:p>
        </p:txBody>
      </p:sp>
      <p:grpSp>
        <p:nvGrpSpPr>
          <p:cNvPr id="449" name="Google Shape;449;p51"/>
          <p:cNvGrpSpPr/>
          <p:nvPr/>
        </p:nvGrpSpPr>
        <p:grpSpPr>
          <a:xfrm>
            <a:off x="2919576" y="2477662"/>
            <a:ext cx="908061" cy="791787"/>
            <a:chOff x="3595800" y="3326425"/>
            <a:chExt cx="976200" cy="851200"/>
          </a:xfrm>
        </p:grpSpPr>
        <p:pic>
          <p:nvPicPr>
            <p:cNvPr id="450" name="Google Shape;450;p51"/>
            <p:cNvPicPr preferRelativeResize="0"/>
            <p:nvPr/>
          </p:nvPicPr>
          <p:blipFill rotWithShape="1">
            <a:blip r:embed="rId4">
              <a:alphaModFix/>
            </a:blip>
            <a:srcRect b="23757" l="18238" r="19343" t="36863"/>
            <a:stretch/>
          </p:blipFill>
          <p:spPr>
            <a:xfrm>
              <a:off x="3595800" y="3326425"/>
              <a:ext cx="976200" cy="851200"/>
            </a:xfrm>
            <a:prstGeom prst="rect">
              <a:avLst/>
            </a:prstGeom>
            <a:noFill/>
            <a:ln>
              <a:noFill/>
            </a:ln>
          </p:spPr>
        </p:pic>
        <p:sp>
          <p:nvSpPr>
            <p:cNvPr id="451" name="Google Shape;451;p51"/>
            <p:cNvSpPr/>
            <p:nvPr/>
          </p:nvSpPr>
          <p:spPr>
            <a:xfrm>
              <a:off x="3612125" y="3348987"/>
              <a:ext cx="942300" cy="796800"/>
            </a:xfrm>
            <a:prstGeom prst="rect">
              <a:avLst/>
            </a:prstGeom>
            <a:noFill/>
            <a:ln cap="flat" cmpd="sng" w="17700">
              <a:solidFill>
                <a:srgbClr val="C00000"/>
              </a:solidFill>
              <a:prstDash val="solid"/>
              <a:round/>
              <a:headEnd len="sm" w="sm" type="none"/>
              <a:tailEnd len="sm" w="sm" type="none"/>
            </a:ln>
            <a:effectLst>
              <a:outerShdw blurRad="53162" rotWithShape="0" algn="bl" dir="5400000" dist="17721">
                <a:srgbClr val="000000">
                  <a:alpha val="49410"/>
                </a:srgbClr>
              </a:outerShdw>
            </a:effectLst>
          </p:spPr>
          <p:txBody>
            <a:bodyPr anchorCtr="0" anchor="ctr" bIns="85050" lIns="85050" spcFirstLastPara="1" rIns="85050" wrap="square" tIns="85050">
              <a:noAutofit/>
            </a:bodyPr>
            <a:lstStyle/>
            <a:p>
              <a:pPr indent="0" lvl="0" marL="0" marR="0" rtl="0" algn="ctr">
                <a:lnSpc>
                  <a:spcPct val="100000"/>
                </a:lnSpc>
                <a:spcBef>
                  <a:spcPts val="0"/>
                </a:spcBef>
                <a:spcAft>
                  <a:spcPts val="0"/>
                </a:spcAft>
                <a:buClr>
                  <a:srgbClr val="000000"/>
                </a:buClr>
                <a:buSzPts val="1302"/>
                <a:buFont typeface="Arial"/>
                <a:buNone/>
              </a:pPr>
              <a:r>
                <a:t/>
              </a:r>
              <a:endParaRPr b="0" i="0" sz="1302" u="none" cap="none" strike="noStrike">
                <a:solidFill>
                  <a:srgbClr val="000000"/>
                </a:solidFill>
                <a:latin typeface="Arial"/>
                <a:ea typeface="Arial"/>
                <a:cs typeface="Arial"/>
                <a:sym typeface="Arial"/>
              </a:endParaRPr>
            </a:p>
          </p:txBody>
        </p:sp>
      </p:grpSp>
      <p:sp>
        <p:nvSpPr>
          <p:cNvPr id="452" name="Google Shape;452;p51"/>
          <p:cNvSpPr txBox="1"/>
          <p:nvPr/>
        </p:nvSpPr>
        <p:spPr>
          <a:xfrm>
            <a:off x="3075928" y="2124706"/>
            <a:ext cx="600600" cy="315000"/>
          </a:xfrm>
          <a:prstGeom prst="rect">
            <a:avLst/>
          </a:prstGeom>
          <a:noFill/>
          <a:ln>
            <a:noFill/>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930">
                <a:solidFill>
                  <a:srgbClr val="00205B"/>
                </a:solidFill>
                <a:latin typeface="Lexend Medium"/>
                <a:ea typeface="Lexend Medium"/>
                <a:cs typeface="Lexend Medium"/>
                <a:sym typeface="Lexend Medium"/>
              </a:rPr>
              <a:t>Crop</a:t>
            </a:r>
            <a:r>
              <a:rPr lang="en" sz="930">
                <a:solidFill>
                  <a:srgbClr val="00205B"/>
                </a:solidFill>
                <a:latin typeface="Lexend Medium"/>
                <a:ea typeface="Lexend Medium"/>
                <a:cs typeface="Lexend Medium"/>
                <a:sym typeface="Lexend Medium"/>
              </a:rPr>
              <a:t> </a:t>
            </a:r>
            <a:endParaRPr sz="930">
              <a:solidFill>
                <a:srgbClr val="00205B"/>
              </a:solidFill>
              <a:latin typeface="Lexend"/>
              <a:ea typeface="Lexend"/>
              <a:cs typeface="Lexend"/>
              <a:sym typeface="Lexend"/>
            </a:endParaRPr>
          </a:p>
        </p:txBody>
      </p:sp>
      <p:grpSp>
        <p:nvGrpSpPr>
          <p:cNvPr id="453" name="Google Shape;453;p51"/>
          <p:cNvGrpSpPr/>
          <p:nvPr/>
        </p:nvGrpSpPr>
        <p:grpSpPr>
          <a:xfrm>
            <a:off x="4190011" y="2225360"/>
            <a:ext cx="1384181" cy="1206941"/>
            <a:chOff x="4483167" y="2868431"/>
            <a:chExt cx="1644311" cy="1433762"/>
          </a:xfrm>
        </p:grpSpPr>
        <p:pic>
          <p:nvPicPr>
            <p:cNvPr id="454" name="Google Shape;454;p51"/>
            <p:cNvPicPr preferRelativeResize="0"/>
            <p:nvPr/>
          </p:nvPicPr>
          <p:blipFill rotWithShape="1">
            <a:blip r:embed="rId4">
              <a:alphaModFix/>
            </a:blip>
            <a:srcRect b="23757" l="18238" r="19343" t="36863"/>
            <a:stretch/>
          </p:blipFill>
          <p:spPr>
            <a:xfrm>
              <a:off x="4483167" y="2868431"/>
              <a:ext cx="1644311" cy="1433762"/>
            </a:xfrm>
            <a:prstGeom prst="rect">
              <a:avLst/>
            </a:prstGeom>
            <a:noFill/>
            <a:ln>
              <a:noFill/>
            </a:ln>
          </p:spPr>
        </p:pic>
        <p:sp>
          <p:nvSpPr>
            <p:cNvPr id="455" name="Google Shape;455;p51"/>
            <p:cNvSpPr/>
            <p:nvPr/>
          </p:nvSpPr>
          <p:spPr>
            <a:xfrm>
              <a:off x="4540075" y="4030825"/>
              <a:ext cx="142500" cy="141600"/>
            </a:xfrm>
            <a:prstGeom prst="ellipse">
              <a:avLst/>
            </a:prstGeom>
            <a:solidFill>
              <a:srgbClr val="FFFF00"/>
            </a:solidFill>
            <a:ln cap="flat" cmpd="sng" w="8025">
              <a:solidFill>
                <a:schemeClr val="dk2"/>
              </a:solidFill>
              <a:prstDash val="solid"/>
              <a:round/>
              <a:headEnd len="sm" w="sm" type="none"/>
              <a:tailEnd len="sm" w="sm" type="none"/>
            </a:ln>
          </p:spPr>
          <p:txBody>
            <a:bodyPr anchorCtr="0" anchor="ctr" bIns="76975" lIns="76975" spcFirstLastPara="1" rIns="76975" wrap="square" tIns="76975">
              <a:noAutofit/>
            </a:bodyPr>
            <a:lstStyle/>
            <a:p>
              <a:pPr indent="0" lvl="0" marL="0" rtl="0" algn="ctr">
                <a:spcBef>
                  <a:spcPts val="0"/>
                </a:spcBef>
                <a:spcAft>
                  <a:spcPts val="0"/>
                </a:spcAft>
                <a:buNone/>
              </a:pPr>
              <a:r>
                <a:t/>
              </a:r>
              <a:endParaRPr sz="1178"/>
            </a:p>
          </p:txBody>
        </p:sp>
        <p:sp>
          <p:nvSpPr>
            <p:cNvPr id="456" name="Google Shape;456;p51"/>
            <p:cNvSpPr/>
            <p:nvPr/>
          </p:nvSpPr>
          <p:spPr>
            <a:xfrm>
              <a:off x="5124925" y="2919113"/>
              <a:ext cx="87000" cy="96600"/>
            </a:xfrm>
            <a:prstGeom prst="ellipse">
              <a:avLst/>
            </a:prstGeom>
            <a:solidFill>
              <a:srgbClr val="FFFF00"/>
            </a:solidFill>
            <a:ln cap="flat" cmpd="sng" w="8025">
              <a:solidFill>
                <a:schemeClr val="dk2"/>
              </a:solidFill>
              <a:prstDash val="solid"/>
              <a:round/>
              <a:headEnd len="sm" w="sm" type="none"/>
              <a:tailEnd len="sm" w="sm" type="none"/>
            </a:ln>
          </p:spPr>
          <p:txBody>
            <a:bodyPr anchorCtr="0" anchor="ctr" bIns="76975" lIns="76975" spcFirstLastPara="1" rIns="76975" wrap="square" tIns="76975">
              <a:noAutofit/>
            </a:bodyPr>
            <a:lstStyle/>
            <a:p>
              <a:pPr indent="0" lvl="0" marL="0" rtl="0" algn="ctr">
                <a:spcBef>
                  <a:spcPts val="0"/>
                </a:spcBef>
                <a:spcAft>
                  <a:spcPts val="0"/>
                </a:spcAft>
                <a:buNone/>
              </a:pPr>
              <a:r>
                <a:t/>
              </a:r>
              <a:endParaRPr sz="1178"/>
            </a:p>
          </p:txBody>
        </p:sp>
        <p:sp>
          <p:nvSpPr>
            <p:cNvPr id="457" name="Google Shape;457;p51"/>
            <p:cNvSpPr/>
            <p:nvPr/>
          </p:nvSpPr>
          <p:spPr>
            <a:xfrm>
              <a:off x="5328300" y="2919121"/>
              <a:ext cx="87000" cy="96600"/>
            </a:xfrm>
            <a:prstGeom prst="ellipse">
              <a:avLst/>
            </a:prstGeom>
            <a:solidFill>
              <a:srgbClr val="FFFF00"/>
            </a:solidFill>
            <a:ln cap="flat" cmpd="sng" w="8025">
              <a:solidFill>
                <a:schemeClr val="dk2"/>
              </a:solidFill>
              <a:prstDash val="solid"/>
              <a:round/>
              <a:headEnd len="sm" w="sm" type="none"/>
              <a:tailEnd len="sm" w="sm" type="none"/>
            </a:ln>
          </p:spPr>
          <p:txBody>
            <a:bodyPr anchorCtr="0" anchor="ctr" bIns="76975" lIns="76975" spcFirstLastPara="1" rIns="76975" wrap="square" tIns="76975">
              <a:noAutofit/>
            </a:bodyPr>
            <a:lstStyle/>
            <a:p>
              <a:pPr indent="0" lvl="0" marL="0" rtl="0" algn="ctr">
                <a:spcBef>
                  <a:spcPts val="0"/>
                </a:spcBef>
                <a:spcAft>
                  <a:spcPts val="0"/>
                </a:spcAft>
                <a:buNone/>
              </a:pPr>
              <a:r>
                <a:t/>
              </a:r>
              <a:endParaRPr sz="1178"/>
            </a:p>
          </p:txBody>
        </p:sp>
        <p:sp>
          <p:nvSpPr>
            <p:cNvPr id="458" name="Google Shape;458;p51"/>
            <p:cNvSpPr/>
            <p:nvPr/>
          </p:nvSpPr>
          <p:spPr>
            <a:xfrm>
              <a:off x="5886100" y="4030825"/>
              <a:ext cx="142500" cy="141600"/>
            </a:xfrm>
            <a:prstGeom prst="ellipse">
              <a:avLst/>
            </a:prstGeom>
            <a:solidFill>
              <a:srgbClr val="FFFF00"/>
            </a:solidFill>
            <a:ln cap="flat" cmpd="sng" w="8025">
              <a:solidFill>
                <a:schemeClr val="dk2"/>
              </a:solidFill>
              <a:prstDash val="solid"/>
              <a:round/>
              <a:headEnd len="sm" w="sm" type="none"/>
              <a:tailEnd len="sm" w="sm" type="none"/>
            </a:ln>
          </p:spPr>
          <p:txBody>
            <a:bodyPr anchorCtr="0" anchor="ctr" bIns="76975" lIns="76975" spcFirstLastPara="1" rIns="76975" wrap="square" tIns="76975">
              <a:noAutofit/>
            </a:bodyPr>
            <a:lstStyle/>
            <a:p>
              <a:pPr indent="0" lvl="0" marL="0" rtl="0" algn="ctr">
                <a:spcBef>
                  <a:spcPts val="0"/>
                </a:spcBef>
                <a:spcAft>
                  <a:spcPts val="0"/>
                </a:spcAft>
                <a:buNone/>
              </a:pPr>
              <a:r>
                <a:t/>
              </a:r>
              <a:endParaRPr sz="1178"/>
            </a:p>
          </p:txBody>
        </p:sp>
      </p:grpSp>
      <p:grpSp>
        <p:nvGrpSpPr>
          <p:cNvPr id="459" name="Google Shape;459;p51"/>
          <p:cNvGrpSpPr/>
          <p:nvPr/>
        </p:nvGrpSpPr>
        <p:grpSpPr>
          <a:xfrm>
            <a:off x="5748379" y="2445929"/>
            <a:ext cx="908087" cy="791809"/>
            <a:chOff x="6310747" y="3159704"/>
            <a:chExt cx="976228" cy="851225"/>
          </a:xfrm>
        </p:grpSpPr>
        <p:pic>
          <p:nvPicPr>
            <p:cNvPr id="460" name="Google Shape;460;p51"/>
            <p:cNvPicPr preferRelativeResize="0"/>
            <p:nvPr/>
          </p:nvPicPr>
          <p:blipFill rotWithShape="1">
            <a:blip r:embed="rId4">
              <a:alphaModFix amt="45000"/>
            </a:blip>
            <a:srcRect b="23757" l="18238" r="19343" t="36863"/>
            <a:stretch/>
          </p:blipFill>
          <p:spPr>
            <a:xfrm>
              <a:off x="6310747" y="3159704"/>
              <a:ext cx="976228" cy="851225"/>
            </a:xfrm>
            <a:prstGeom prst="rect">
              <a:avLst/>
            </a:prstGeom>
            <a:noFill/>
            <a:ln>
              <a:noFill/>
            </a:ln>
          </p:spPr>
        </p:pic>
        <p:sp>
          <p:nvSpPr>
            <p:cNvPr id="461" name="Google Shape;461;p51"/>
            <p:cNvSpPr/>
            <p:nvPr/>
          </p:nvSpPr>
          <p:spPr>
            <a:xfrm>
              <a:off x="6344533" y="3849818"/>
              <a:ext cx="84602" cy="84068"/>
            </a:xfrm>
            <a:prstGeom prst="ellipse">
              <a:avLst/>
            </a:prstGeom>
            <a:solidFill>
              <a:srgbClr val="FFFF00"/>
            </a:solidFill>
            <a:ln cap="flat" cmpd="sng" w="5250">
              <a:solidFill>
                <a:schemeClr val="dk2"/>
              </a:solidFill>
              <a:prstDash val="solid"/>
              <a:round/>
              <a:headEnd len="sm" w="sm" type="none"/>
              <a:tailEnd len="sm" w="sm" type="none"/>
            </a:ln>
          </p:spPr>
          <p:txBody>
            <a:bodyPr anchorCtr="0" anchor="ctr" bIns="50500" lIns="50500" spcFirstLastPara="1" rIns="50500" wrap="square" tIns="50500">
              <a:noAutofit/>
            </a:bodyPr>
            <a:lstStyle/>
            <a:p>
              <a:pPr indent="0" lvl="0" marL="0" rtl="0" algn="ctr">
                <a:spcBef>
                  <a:spcPts val="0"/>
                </a:spcBef>
                <a:spcAft>
                  <a:spcPts val="0"/>
                </a:spcAft>
                <a:buNone/>
              </a:pPr>
              <a:r>
                <a:t/>
              </a:r>
              <a:endParaRPr sz="773"/>
            </a:p>
          </p:txBody>
        </p:sp>
        <p:sp>
          <p:nvSpPr>
            <p:cNvPr id="462" name="Google Shape;462;p51"/>
            <p:cNvSpPr/>
            <p:nvPr/>
          </p:nvSpPr>
          <p:spPr>
            <a:xfrm>
              <a:off x="6691759" y="3189794"/>
              <a:ext cx="51652" cy="57351"/>
            </a:xfrm>
            <a:prstGeom prst="ellipse">
              <a:avLst/>
            </a:prstGeom>
            <a:solidFill>
              <a:srgbClr val="FFFF00"/>
            </a:solidFill>
            <a:ln cap="flat" cmpd="sng" w="5250">
              <a:solidFill>
                <a:schemeClr val="dk2"/>
              </a:solidFill>
              <a:prstDash val="solid"/>
              <a:round/>
              <a:headEnd len="sm" w="sm" type="none"/>
              <a:tailEnd len="sm" w="sm" type="none"/>
            </a:ln>
          </p:spPr>
          <p:txBody>
            <a:bodyPr anchorCtr="0" anchor="ctr" bIns="50500" lIns="50500" spcFirstLastPara="1" rIns="50500" wrap="square" tIns="50500">
              <a:noAutofit/>
            </a:bodyPr>
            <a:lstStyle/>
            <a:p>
              <a:pPr indent="0" lvl="0" marL="0" rtl="0" algn="ctr">
                <a:spcBef>
                  <a:spcPts val="0"/>
                </a:spcBef>
                <a:spcAft>
                  <a:spcPts val="0"/>
                </a:spcAft>
                <a:buNone/>
              </a:pPr>
              <a:r>
                <a:t/>
              </a:r>
              <a:endParaRPr sz="773"/>
            </a:p>
          </p:txBody>
        </p:sp>
        <p:sp>
          <p:nvSpPr>
            <p:cNvPr id="463" name="Google Shape;463;p51"/>
            <p:cNvSpPr/>
            <p:nvPr/>
          </p:nvSpPr>
          <p:spPr>
            <a:xfrm>
              <a:off x="6812503" y="3189799"/>
              <a:ext cx="51600" cy="57300"/>
            </a:xfrm>
            <a:prstGeom prst="ellipse">
              <a:avLst/>
            </a:prstGeom>
            <a:solidFill>
              <a:srgbClr val="FFFF00"/>
            </a:solidFill>
            <a:ln cap="flat" cmpd="sng" w="5250">
              <a:solidFill>
                <a:schemeClr val="dk2"/>
              </a:solidFill>
              <a:prstDash val="solid"/>
              <a:round/>
              <a:headEnd len="sm" w="sm" type="none"/>
              <a:tailEnd len="sm" w="sm" type="none"/>
            </a:ln>
          </p:spPr>
          <p:txBody>
            <a:bodyPr anchorCtr="0" anchor="ctr" bIns="50500" lIns="50500" spcFirstLastPara="1" rIns="50500" wrap="square" tIns="50500">
              <a:noAutofit/>
            </a:bodyPr>
            <a:lstStyle/>
            <a:p>
              <a:pPr indent="0" lvl="0" marL="0" rtl="0" algn="ctr">
                <a:spcBef>
                  <a:spcPts val="0"/>
                </a:spcBef>
                <a:spcAft>
                  <a:spcPts val="0"/>
                </a:spcAft>
                <a:buNone/>
              </a:pPr>
              <a:r>
                <a:t/>
              </a:r>
              <a:endParaRPr sz="773"/>
            </a:p>
          </p:txBody>
        </p:sp>
        <p:sp>
          <p:nvSpPr>
            <p:cNvPr id="464" name="Google Shape;464;p51"/>
            <p:cNvSpPr/>
            <p:nvPr/>
          </p:nvSpPr>
          <p:spPr>
            <a:xfrm>
              <a:off x="7143668" y="3849818"/>
              <a:ext cx="84602" cy="84068"/>
            </a:xfrm>
            <a:prstGeom prst="ellipse">
              <a:avLst/>
            </a:prstGeom>
            <a:solidFill>
              <a:srgbClr val="FFFF00"/>
            </a:solidFill>
            <a:ln cap="flat" cmpd="sng" w="5250">
              <a:solidFill>
                <a:schemeClr val="dk2"/>
              </a:solidFill>
              <a:prstDash val="solid"/>
              <a:round/>
              <a:headEnd len="sm" w="sm" type="none"/>
              <a:tailEnd len="sm" w="sm" type="none"/>
            </a:ln>
          </p:spPr>
          <p:txBody>
            <a:bodyPr anchorCtr="0" anchor="ctr" bIns="50500" lIns="50500" spcFirstLastPara="1" rIns="50500" wrap="square" tIns="50500">
              <a:noAutofit/>
            </a:bodyPr>
            <a:lstStyle/>
            <a:p>
              <a:pPr indent="0" lvl="0" marL="0" rtl="0" algn="ctr">
                <a:spcBef>
                  <a:spcPts val="0"/>
                </a:spcBef>
                <a:spcAft>
                  <a:spcPts val="0"/>
                </a:spcAft>
                <a:buNone/>
              </a:pPr>
              <a:r>
                <a:t/>
              </a:r>
              <a:endParaRPr sz="773"/>
            </a:p>
          </p:txBody>
        </p:sp>
      </p:grpSp>
      <p:sp>
        <p:nvSpPr>
          <p:cNvPr id="465" name="Google Shape;465;p51"/>
          <p:cNvSpPr txBox="1"/>
          <p:nvPr/>
        </p:nvSpPr>
        <p:spPr>
          <a:xfrm>
            <a:off x="5826813" y="1815104"/>
            <a:ext cx="806400" cy="597000"/>
          </a:xfrm>
          <a:prstGeom prst="rect">
            <a:avLst/>
          </a:prstGeom>
          <a:noFill/>
          <a:ln>
            <a:noFill/>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837">
                <a:solidFill>
                  <a:srgbClr val="00205B"/>
                </a:solidFill>
                <a:latin typeface="Lexend Medium"/>
                <a:ea typeface="Lexend Medium"/>
                <a:cs typeface="Lexend Medium"/>
                <a:sym typeface="Lexend Medium"/>
              </a:rPr>
              <a:t>Keypoints Features Extraction</a:t>
            </a:r>
            <a:endParaRPr sz="837">
              <a:solidFill>
                <a:srgbClr val="00205B"/>
              </a:solidFill>
              <a:latin typeface="Lexend"/>
              <a:ea typeface="Lexend"/>
              <a:cs typeface="Lexend"/>
              <a:sym typeface="Lexend"/>
            </a:endParaRPr>
          </a:p>
        </p:txBody>
      </p:sp>
      <p:pic>
        <p:nvPicPr>
          <p:cNvPr id="466" name="Google Shape;466;p51"/>
          <p:cNvPicPr preferRelativeResize="0"/>
          <p:nvPr/>
        </p:nvPicPr>
        <p:blipFill rotWithShape="1">
          <a:blip r:embed="rId5">
            <a:alphaModFix/>
          </a:blip>
          <a:srcRect b="11232" l="8601" r="9242" t="9778"/>
          <a:stretch/>
        </p:blipFill>
        <p:spPr>
          <a:xfrm>
            <a:off x="7095087" y="2126438"/>
            <a:ext cx="1809465" cy="1217817"/>
          </a:xfrm>
          <a:prstGeom prst="rect">
            <a:avLst/>
          </a:prstGeom>
          <a:noFill/>
          <a:ln>
            <a:noFill/>
          </a:ln>
        </p:spPr>
      </p:pic>
      <p:sp>
        <p:nvSpPr>
          <p:cNvPr id="467" name="Google Shape;467;p51"/>
          <p:cNvSpPr txBox="1"/>
          <p:nvPr/>
        </p:nvSpPr>
        <p:spPr>
          <a:xfrm>
            <a:off x="888175" y="3965000"/>
            <a:ext cx="71904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205B"/>
                </a:solidFill>
                <a:latin typeface="Lexend"/>
                <a:ea typeface="Lexend"/>
                <a:cs typeface="Lexend"/>
                <a:sym typeface="Lexend"/>
              </a:rPr>
              <a:t>⇒ This research industrial use case </a:t>
            </a:r>
            <a:r>
              <a:rPr b="1" i="1" lang="en" sz="1100">
                <a:solidFill>
                  <a:srgbClr val="00205B"/>
                </a:solidFill>
                <a:latin typeface="Lexend"/>
                <a:ea typeface="Lexend"/>
                <a:cs typeface="Lexend"/>
                <a:sym typeface="Lexend"/>
              </a:rPr>
              <a:t>is being studied by a diverse range of institutes</a:t>
            </a:r>
            <a:r>
              <a:rPr lang="en" sz="1100">
                <a:solidFill>
                  <a:srgbClr val="00205B"/>
                </a:solidFill>
                <a:latin typeface="Lexend"/>
                <a:ea typeface="Lexend"/>
                <a:cs typeface="Lexend"/>
                <a:sym typeface="Lexend"/>
              </a:rPr>
              <a:t> </a:t>
            </a:r>
            <a:r>
              <a:rPr b="1" i="1" lang="en" sz="1100">
                <a:solidFill>
                  <a:srgbClr val="00205B"/>
                </a:solidFill>
                <a:latin typeface="Lexend"/>
                <a:ea typeface="Lexend"/>
                <a:cs typeface="Lexend"/>
                <a:sym typeface="Lexend"/>
              </a:rPr>
              <a:t>and companies</a:t>
            </a:r>
            <a:r>
              <a:rPr lang="en" sz="1100">
                <a:solidFill>
                  <a:srgbClr val="00205B"/>
                </a:solidFill>
                <a:latin typeface="Lexend"/>
                <a:ea typeface="Lexend"/>
                <a:cs typeface="Lexend"/>
                <a:sym typeface="Lexend"/>
              </a:rPr>
              <a:t>, including Airbus (ATTOL, A³), Boeing, Daedalean, and various Chinese research organizations.</a:t>
            </a:r>
            <a:endParaRPr sz="1800">
              <a:solidFill>
                <a:srgbClr val="00205B"/>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2"/>
          <p:cNvSpPr txBox="1"/>
          <p:nvPr/>
        </p:nvSpPr>
        <p:spPr>
          <a:xfrm>
            <a:off x="240800" y="994400"/>
            <a:ext cx="4593900" cy="3368100"/>
          </a:xfrm>
          <a:prstGeom prst="rect">
            <a:avLst/>
          </a:prstGeom>
          <a:noFill/>
          <a:ln>
            <a:noFill/>
          </a:ln>
        </p:spPr>
        <p:txBody>
          <a:bodyPr anchorCtr="0" anchor="t" bIns="81850" lIns="81850" spcFirstLastPara="1" rIns="81850" wrap="square" tIns="81850">
            <a:spAutoFit/>
          </a:bodyPr>
          <a:lstStyle/>
          <a:p>
            <a:pPr indent="-278582" lvl="0" marL="409345" marR="0" rtl="0" algn="l">
              <a:lnSpc>
                <a:spcPct val="115000"/>
              </a:lnSpc>
              <a:spcBef>
                <a:spcPts val="1074"/>
              </a:spcBef>
              <a:spcAft>
                <a:spcPts val="0"/>
              </a:spcAft>
              <a:buClr>
                <a:schemeClr val="dk1"/>
              </a:buClr>
              <a:buSzPts val="1164"/>
              <a:buFont typeface="Arial"/>
              <a:buAutoNum type="arabicPeriod"/>
            </a:pPr>
            <a:r>
              <a:rPr b="1" i="0" lang="en" sz="1163" u="none" cap="none" strike="noStrike">
                <a:solidFill>
                  <a:schemeClr val="dk1"/>
                </a:solidFill>
                <a:latin typeface="Lexend"/>
                <a:ea typeface="Lexend"/>
                <a:cs typeface="Lexend"/>
                <a:sym typeface="Lexend"/>
              </a:rPr>
              <a:t>Application of Conformal Prediction (CP)</a:t>
            </a:r>
            <a:r>
              <a:rPr b="0" i="0" lang="en" sz="1163" u="none" cap="none" strike="noStrike">
                <a:solidFill>
                  <a:schemeClr val="dk1"/>
                </a:solidFill>
                <a:latin typeface="Lexend"/>
                <a:ea typeface="Lexend"/>
                <a:cs typeface="Lexend"/>
                <a:sym typeface="Lexend"/>
              </a:rPr>
              <a:t> ⇒ </a:t>
            </a:r>
            <a:r>
              <a:rPr b="0" i="0" lang="en" sz="1163" u="none" cap="none" strike="noStrike">
                <a:solidFill>
                  <a:schemeClr val="dk1"/>
                </a:solidFill>
                <a:latin typeface="Lexend Light"/>
                <a:ea typeface="Lexend Light"/>
                <a:cs typeface="Lexend Light"/>
                <a:sym typeface="Lexend Light"/>
              </a:rPr>
              <a:t>allows</a:t>
            </a:r>
            <a:r>
              <a:rPr b="0" i="0" lang="en" sz="1163" u="none" cap="none" strike="noStrike">
                <a:solidFill>
                  <a:schemeClr val="dk1"/>
                </a:solidFill>
                <a:latin typeface="Lexend"/>
                <a:ea typeface="Lexend"/>
                <a:cs typeface="Lexend"/>
                <a:sym typeface="Lexend"/>
              </a:rPr>
              <a:t> </a:t>
            </a:r>
            <a:r>
              <a:rPr b="1" i="0" lang="en" sz="1163" u="none" cap="none" strike="noStrike">
                <a:solidFill>
                  <a:schemeClr val="dk1"/>
                </a:solidFill>
                <a:latin typeface="Lexend"/>
                <a:ea typeface="Lexend"/>
                <a:cs typeface="Lexend"/>
                <a:sym typeface="Lexend"/>
              </a:rPr>
              <a:t>uncertainty quantification</a:t>
            </a:r>
            <a:r>
              <a:rPr b="0" i="0" lang="en" sz="1163" u="none" cap="none" strike="noStrike">
                <a:solidFill>
                  <a:schemeClr val="dk1"/>
                </a:solidFill>
                <a:latin typeface="Lexend"/>
                <a:ea typeface="Lexend"/>
                <a:cs typeface="Lexend"/>
                <a:sym typeface="Lexend"/>
              </a:rPr>
              <a:t> </a:t>
            </a:r>
            <a:r>
              <a:rPr b="0" i="0" lang="en" sz="1163" u="none" cap="none" strike="noStrike">
                <a:solidFill>
                  <a:schemeClr val="dk1"/>
                </a:solidFill>
                <a:latin typeface="Lexend Light"/>
                <a:ea typeface="Lexend Light"/>
                <a:cs typeface="Lexend Light"/>
                <a:sym typeface="Lexend Light"/>
              </a:rPr>
              <a:t>for Runway Detection using </a:t>
            </a:r>
            <a:r>
              <a:rPr b="1" i="0" lang="en" sz="1163" u="none" cap="none" strike="noStrike">
                <a:solidFill>
                  <a:srgbClr val="38761D"/>
                </a:solidFill>
                <a:latin typeface="Lexend"/>
                <a:ea typeface="Lexend"/>
                <a:cs typeface="Lexend"/>
                <a:sym typeface="Lexend"/>
              </a:rPr>
              <a:t>PUNCC</a:t>
            </a:r>
            <a:r>
              <a:rPr b="1" i="0" lang="en" sz="1163" u="none" cap="none" strike="noStrike">
                <a:solidFill>
                  <a:srgbClr val="38761D"/>
                </a:solidFill>
                <a:latin typeface="Lexend"/>
                <a:ea typeface="Lexend"/>
                <a:cs typeface="Lexend"/>
                <a:sym typeface="Lexend"/>
              </a:rPr>
              <a:t> library</a:t>
            </a:r>
            <a:r>
              <a:rPr b="0" i="0" lang="en" sz="1163" u="none" cap="none" strike="noStrike">
                <a:solidFill>
                  <a:schemeClr val="dk1"/>
                </a:solidFill>
                <a:latin typeface="Lexend"/>
                <a:ea typeface="Lexend"/>
                <a:cs typeface="Lexend"/>
                <a:sym typeface="Lexend"/>
              </a:rPr>
              <a:t>.                                                                   ⇒</a:t>
            </a:r>
            <a:r>
              <a:rPr b="0" i="0" lang="en" sz="1163" u="none" cap="none" strike="noStrike">
                <a:solidFill>
                  <a:schemeClr val="dk1"/>
                </a:solidFill>
                <a:latin typeface="Lexend Light"/>
                <a:ea typeface="Lexend Light"/>
                <a:cs typeface="Lexend Light"/>
                <a:sym typeface="Lexend Light"/>
              </a:rPr>
              <a:t> Ensures statistical guarantees.</a:t>
            </a:r>
            <a:endParaRPr b="0" i="0" sz="1163" u="none" cap="none" strike="noStrike">
              <a:solidFill>
                <a:schemeClr val="dk1"/>
              </a:solidFill>
              <a:latin typeface="Lexend Light"/>
              <a:ea typeface="Lexend Light"/>
              <a:cs typeface="Lexend Light"/>
              <a:sym typeface="Lexend Light"/>
            </a:endParaRPr>
          </a:p>
          <a:p>
            <a:pPr indent="0" lvl="0" marL="409345" marR="0" rtl="0" algn="l">
              <a:lnSpc>
                <a:spcPct val="115000"/>
              </a:lnSpc>
              <a:spcBef>
                <a:spcPts val="1074"/>
              </a:spcBef>
              <a:spcAft>
                <a:spcPts val="0"/>
              </a:spcAft>
              <a:buNone/>
            </a:pPr>
            <a:r>
              <a:t/>
            </a:r>
            <a:endParaRPr sz="1163">
              <a:solidFill>
                <a:schemeClr val="dk1"/>
              </a:solidFill>
              <a:latin typeface="Lexend Light"/>
              <a:ea typeface="Lexend Light"/>
              <a:cs typeface="Lexend Light"/>
              <a:sym typeface="Lexend Light"/>
            </a:endParaRPr>
          </a:p>
          <a:p>
            <a:pPr indent="-278582" lvl="0" marL="409345" marR="0" rtl="0" algn="l">
              <a:lnSpc>
                <a:spcPct val="115000"/>
              </a:lnSpc>
              <a:spcBef>
                <a:spcPts val="1074"/>
              </a:spcBef>
              <a:spcAft>
                <a:spcPts val="0"/>
              </a:spcAft>
              <a:buClr>
                <a:schemeClr val="dk1"/>
              </a:buClr>
              <a:buSzPts val="1164"/>
              <a:buFont typeface="Arial"/>
              <a:buAutoNum type="arabicPeriod"/>
            </a:pPr>
            <a:r>
              <a:rPr b="1" i="0" lang="en" sz="1163" u="none" cap="none" strike="noStrike">
                <a:solidFill>
                  <a:schemeClr val="dk1"/>
                </a:solidFill>
                <a:latin typeface="Lexend"/>
                <a:ea typeface="Lexend"/>
                <a:cs typeface="Lexend"/>
                <a:sym typeface="Lexend"/>
              </a:rPr>
              <a:t>Conformal Mean Average Precision (C-mAP)</a:t>
            </a:r>
            <a:r>
              <a:rPr b="0" i="0" lang="en" sz="1163" u="none" cap="none" strike="noStrike">
                <a:solidFill>
                  <a:schemeClr val="dk1"/>
                </a:solidFill>
                <a:latin typeface="Lexend"/>
                <a:ea typeface="Lexend"/>
                <a:cs typeface="Lexend"/>
                <a:sym typeface="Lexend"/>
              </a:rPr>
              <a:t>:</a:t>
            </a:r>
            <a:br>
              <a:rPr b="0" i="0" lang="en" sz="1163" u="none" cap="none" strike="noStrike">
                <a:solidFill>
                  <a:schemeClr val="dk1"/>
                </a:solidFill>
                <a:latin typeface="Lexend"/>
                <a:ea typeface="Lexend"/>
                <a:cs typeface="Lexend"/>
                <a:sym typeface="Lexend"/>
              </a:rPr>
            </a:br>
            <a:r>
              <a:rPr b="0" i="0" lang="en" sz="1163" u="none" cap="none" strike="noStrike">
                <a:solidFill>
                  <a:schemeClr val="dk1"/>
                </a:solidFill>
                <a:latin typeface="Lexend"/>
                <a:ea typeface="Lexend"/>
                <a:cs typeface="Lexend"/>
                <a:sym typeface="Lexend"/>
              </a:rPr>
              <a:t>⇒ </a:t>
            </a:r>
            <a:r>
              <a:rPr b="0" i="0" lang="en" sz="1163" u="none" cap="none" strike="noStrike">
                <a:solidFill>
                  <a:schemeClr val="dk1"/>
                </a:solidFill>
                <a:latin typeface="Lexend Light"/>
                <a:ea typeface="Lexend Light"/>
                <a:cs typeface="Lexend Light"/>
                <a:sym typeface="Lexend Light"/>
              </a:rPr>
              <a:t>introduce </a:t>
            </a:r>
            <a:r>
              <a:rPr b="1" i="0" lang="en" sz="1163" u="none" cap="none" strike="noStrike">
                <a:solidFill>
                  <a:schemeClr val="dk1"/>
                </a:solidFill>
                <a:latin typeface="Lexend"/>
                <a:ea typeface="Lexend"/>
                <a:cs typeface="Lexend"/>
                <a:sym typeface="Lexend"/>
              </a:rPr>
              <a:t>C-mAP</a:t>
            </a:r>
            <a:r>
              <a:rPr b="0" i="0" lang="en" sz="1163" u="none" cap="none" strike="noStrike">
                <a:solidFill>
                  <a:schemeClr val="dk1"/>
                </a:solidFill>
                <a:latin typeface="Lexend"/>
                <a:ea typeface="Lexend"/>
                <a:cs typeface="Lexend"/>
                <a:sym typeface="Lexend"/>
              </a:rPr>
              <a:t>, </a:t>
            </a:r>
            <a:r>
              <a:rPr b="0" i="0" lang="en" sz="1163" u="none" cap="none" strike="noStrike">
                <a:solidFill>
                  <a:schemeClr val="dk1"/>
                </a:solidFill>
                <a:latin typeface="Lexend Light"/>
                <a:ea typeface="Lexend Light"/>
                <a:cs typeface="Lexend Light"/>
                <a:sym typeface="Lexend Light"/>
              </a:rPr>
              <a:t>a novel metric combining performance &amp; robustness evaluation.   </a:t>
            </a:r>
            <a:r>
              <a:rPr b="0" i="0" lang="en" sz="1163" u="none" cap="none" strike="noStrike">
                <a:solidFill>
                  <a:schemeClr val="dk1"/>
                </a:solidFill>
                <a:latin typeface="Lexend"/>
                <a:ea typeface="Lexend"/>
                <a:cs typeface="Lexend"/>
                <a:sym typeface="Lexend"/>
              </a:rPr>
              <a:t>  </a:t>
            </a:r>
            <a:endParaRPr b="0" i="0" sz="1163" u="none" cap="none" strike="noStrike">
              <a:solidFill>
                <a:schemeClr val="dk1"/>
              </a:solidFill>
              <a:latin typeface="Lexend"/>
              <a:ea typeface="Lexend"/>
              <a:cs typeface="Lexend"/>
              <a:sym typeface="Lexend"/>
            </a:endParaRPr>
          </a:p>
          <a:p>
            <a:pPr indent="0" lvl="0" marL="409345" marR="0" rtl="0" algn="l">
              <a:lnSpc>
                <a:spcPct val="115000"/>
              </a:lnSpc>
              <a:spcBef>
                <a:spcPts val="1074"/>
              </a:spcBef>
              <a:spcAft>
                <a:spcPts val="0"/>
              </a:spcAft>
              <a:buNone/>
            </a:pPr>
            <a:r>
              <a:rPr b="0" i="0" lang="en" sz="1163" u="none" cap="none" strike="noStrike">
                <a:solidFill>
                  <a:schemeClr val="dk1"/>
                </a:solidFill>
                <a:latin typeface="Lexend"/>
                <a:ea typeface="Lexend"/>
                <a:cs typeface="Lexend"/>
                <a:sym typeface="Lexend"/>
              </a:rPr>
              <a:t>                </a:t>
            </a:r>
            <a:endParaRPr sz="1163">
              <a:solidFill>
                <a:schemeClr val="dk1"/>
              </a:solidFill>
              <a:latin typeface="Lexend"/>
              <a:ea typeface="Lexend"/>
              <a:cs typeface="Lexend"/>
              <a:sym typeface="Lexend"/>
            </a:endParaRPr>
          </a:p>
          <a:p>
            <a:pPr indent="-278582" lvl="0" marL="409345" marR="0" rtl="0" algn="l">
              <a:lnSpc>
                <a:spcPct val="115000"/>
              </a:lnSpc>
              <a:spcBef>
                <a:spcPts val="1074"/>
              </a:spcBef>
              <a:spcAft>
                <a:spcPts val="0"/>
              </a:spcAft>
              <a:buClr>
                <a:schemeClr val="dk1"/>
              </a:buClr>
              <a:buSzPts val="1164"/>
              <a:buFont typeface="Arial"/>
              <a:buAutoNum type="arabicPeriod"/>
            </a:pPr>
            <a:r>
              <a:rPr b="1" i="0" lang="en" sz="1163" u="none" cap="none" strike="noStrike">
                <a:solidFill>
                  <a:schemeClr val="dk1"/>
                </a:solidFill>
                <a:latin typeface="Lexend"/>
                <a:ea typeface="Lexend"/>
                <a:cs typeface="Lexend"/>
                <a:sym typeface="Lexend"/>
              </a:rPr>
              <a:t>Open-Source Contribution</a:t>
            </a:r>
            <a:r>
              <a:rPr b="0" i="0" lang="en" sz="1163" u="none" cap="none" strike="noStrike">
                <a:solidFill>
                  <a:schemeClr val="dk1"/>
                </a:solidFill>
                <a:latin typeface="Lexend"/>
                <a:ea typeface="Lexend"/>
                <a:cs typeface="Lexend"/>
                <a:sym typeface="Lexend"/>
              </a:rPr>
              <a:t>:</a:t>
            </a:r>
            <a:br>
              <a:rPr b="0" i="0" lang="en" sz="1163" u="none" cap="none" strike="noStrike">
                <a:solidFill>
                  <a:schemeClr val="dk1"/>
                </a:solidFill>
                <a:latin typeface="Lexend"/>
                <a:ea typeface="Lexend"/>
                <a:cs typeface="Lexend"/>
                <a:sym typeface="Lexend"/>
              </a:rPr>
            </a:br>
            <a:r>
              <a:rPr b="0" i="0" lang="en" sz="1163" u="none" cap="none" strike="noStrike">
                <a:solidFill>
                  <a:schemeClr val="dk1"/>
                </a:solidFill>
                <a:latin typeface="Lexend"/>
                <a:ea typeface="Lexend"/>
                <a:cs typeface="Lexend"/>
                <a:sym typeface="Lexend"/>
              </a:rPr>
              <a:t>⇒ </a:t>
            </a:r>
            <a:r>
              <a:rPr b="1" i="0" lang="en" sz="1163" u="none" cap="none" strike="noStrike">
                <a:solidFill>
                  <a:schemeClr val="dk1"/>
                </a:solidFill>
                <a:latin typeface="Lexend"/>
                <a:ea typeface="Lexend"/>
                <a:cs typeface="Lexend"/>
                <a:sym typeface="Lexend"/>
              </a:rPr>
              <a:t>codebase</a:t>
            </a:r>
            <a:r>
              <a:rPr b="0" i="0" lang="en" sz="1163" u="none" cap="none" strike="noStrike">
                <a:solidFill>
                  <a:schemeClr val="dk1"/>
                </a:solidFill>
                <a:latin typeface="Lexend"/>
                <a:ea typeface="Lexend"/>
                <a:cs typeface="Lexend"/>
                <a:sym typeface="Lexend"/>
              </a:rPr>
              <a:t> &amp; </a:t>
            </a:r>
            <a:r>
              <a:rPr b="1" i="0" lang="en" sz="1163" u="none" cap="none" strike="noStrike">
                <a:solidFill>
                  <a:schemeClr val="dk1"/>
                </a:solidFill>
                <a:latin typeface="Lexend"/>
                <a:ea typeface="Lexend"/>
                <a:cs typeface="Lexend"/>
                <a:sym typeface="Lexend"/>
              </a:rPr>
              <a:t>trained models</a:t>
            </a:r>
            <a:r>
              <a:rPr b="0" i="0" lang="en" sz="1163" u="none" cap="none" strike="noStrike">
                <a:solidFill>
                  <a:schemeClr val="dk1"/>
                </a:solidFill>
                <a:latin typeface="Lexend"/>
                <a:ea typeface="Lexend"/>
                <a:cs typeface="Lexend"/>
                <a:sym typeface="Lexend"/>
              </a:rPr>
              <a:t> o</a:t>
            </a:r>
            <a:r>
              <a:rPr b="0" i="0" lang="en" sz="1163" u="none" cap="none" strike="noStrike">
                <a:solidFill>
                  <a:schemeClr val="dk1"/>
                </a:solidFill>
                <a:latin typeface="Lexend Light"/>
                <a:ea typeface="Lexend Light"/>
                <a:cs typeface="Lexend Light"/>
                <a:sym typeface="Lexend Light"/>
              </a:rPr>
              <a:t>n         , to promote</a:t>
            </a:r>
            <a:r>
              <a:rPr b="0" i="0" lang="en" sz="1163" u="none" cap="none" strike="noStrike">
                <a:solidFill>
                  <a:schemeClr val="dk1"/>
                </a:solidFill>
                <a:latin typeface="Lexend"/>
                <a:ea typeface="Lexend"/>
                <a:cs typeface="Lexend"/>
                <a:sym typeface="Lexend"/>
              </a:rPr>
              <a:t> </a:t>
            </a:r>
            <a:r>
              <a:rPr b="1" i="0" lang="en" sz="1163" u="none" cap="none" strike="noStrike">
                <a:solidFill>
                  <a:schemeClr val="dk1"/>
                </a:solidFill>
                <a:latin typeface="Lexend"/>
                <a:ea typeface="Lexend"/>
                <a:cs typeface="Lexend"/>
                <a:sym typeface="Lexend"/>
              </a:rPr>
              <a:t>reproducibility</a:t>
            </a:r>
            <a:r>
              <a:rPr b="0" i="0" lang="en" sz="1163" u="none" cap="none" strike="noStrike">
                <a:solidFill>
                  <a:schemeClr val="dk1"/>
                </a:solidFill>
                <a:latin typeface="Lexend"/>
                <a:ea typeface="Lexend"/>
                <a:cs typeface="Lexend"/>
                <a:sym typeface="Lexend"/>
              </a:rPr>
              <a:t> </a:t>
            </a:r>
            <a:r>
              <a:rPr b="0" i="0" lang="en" sz="1163" u="none" cap="none" strike="noStrike">
                <a:solidFill>
                  <a:schemeClr val="dk1"/>
                </a:solidFill>
                <a:latin typeface="Lexend Light"/>
                <a:ea typeface="Lexend Light"/>
                <a:cs typeface="Lexend Light"/>
                <a:sym typeface="Lexend Light"/>
              </a:rPr>
              <a:t>and encourage further research in this area. (e.g </a:t>
            </a:r>
            <a:r>
              <a:rPr b="0" i="1" lang="en" sz="1163" u="none" cap="none" strike="noStrike">
                <a:solidFill>
                  <a:schemeClr val="dk1"/>
                </a:solidFill>
                <a:latin typeface="Lexend Light"/>
                <a:ea typeface="Lexend Light"/>
                <a:cs typeface="Lexend Light"/>
                <a:sym typeface="Lexend Light"/>
              </a:rPr>
              <a:t>conformal_runway_detection</a:t>
            </a:r>
            <a:r>
              <a:rPr b="0" i="0" lang="en" sz="1163" u="none" cap="none" strike="noStrike">
                <a:solidFill>
                  <a:schemeClr val="dk1"/>
                </a:solidFill>
                <a:latin typeface="Lexend Light"/>
                <a:ea typeface="Lexend Light"/>
                <a:cs typeface="Lexend Light"/>
                <a:sym typeface="Lexend Light"/>
              </a:rPr>
              <a:t> on git)</a:t>
            </a:r>
            <a:endParaRPr b="0" i="0" sz="1432" u="none" cap="none" strike="noStrike">
              <a:solidFill>
                <a:schemeClr val="dk1"/>
              </a:solidFill>
              <a:latin typeface="Lexend Light"/>
              <a:ea typeface="Lexend Light"/>
              <a:cs typeface="Lexend Light"/>
              <a:sym typeface="Lexend Light"/>
            </a:endParaRPr>
          </a:p>
        </p:txBody>
      </p:sp>
      <p:pic>
        <p:nvPicPr>
          <p:cNvPr id="473" name="Google Shape;473;p52"/>
          <p:cNvPicPr preferRelativeResize="0"/>
          <p:nvPr/>
        </p:nvPicPr>
        <p:blipFill rotWithShape="1">
          <a:blip r:embed="rId3">
            <a:alphaModFix/>
          </a:blip>
          <a:srcRect b="0" l="0" r="0" t="0"/>
          <a:stretch/>
        </p:blipFill>
        <p:spPr>
          <a:xfrm>
            <a:off x="3206268" y="3512265"/>
            <a:ext cx="314843" cy="314843"/>
          </a:xfrm>
          <a:prstGeom prst="rect">
            <a:avLst/>
          </a:prstGeom>
          <a:noFill/>
          <a:ln>
            <a:noFill/>
          </a:ln>
        </p:spPr>
      </p:pic>
      <p:grpSp>
        <p:nvGrpSpPr>
          <p:cNvPr id="474" name="Google Shape;474;p52"/>
          <p:cNvGrpSpPr/>
          <p:nvPr/>
        </p:nvGrpSpPr>
        <p:grpSpPr>
          <a:xfrm>
            <a:off x="5375000" y="2026678"/>
            <a:ext cx="3371010" cy="2183686"/>
            <a:chOff x="4679189" y="1204626"/>
            <a:chExt cx="4409431" cy="2528000"/>
          </a:xfrm>
        </p:grpSpPr>
        <p:pic>
          <p:nvPicPr>
            <p:cNvPr id="475" name="Google Shape;475;p52"/>
            <p:cNvPicPr preferRelativeResize="0"/>
            <p:nvPr/>
          </p:nvPicPr>
          <p:blipFill rotWithShape="1">
            <a:blip r:embed="rId4">
              <a:alphaModFix/>
            </a:blip>
            <a:srcRect b="46030" l="25791" r="20697" t="0"/>
            <a:stretch/>
          </p:blipFill>
          <p:spPr>
            <a:xfrm>
              <a:off x="4679189" y="1204626"/>
              <a:ext cx="4409431" cy="2528000"/>
            </a:xfrm>
            <a:prstGeom prst="rect">
              <a:avLst/>
            </a:prstGeom>
            <a:noFill/>
            <a:ln>
              <a:noFill/>
            </a:ln>
            <a:effectLst>
              <a:outerShdw blurRad="57150" rotWithShape="0" algn="bl" dir="5400000" dist="19050">
                <a:srgbClr val="000000">
                  <a:alpha val="49411"/>
                </a:srgbClr>
              </a:outerShdw>
            </a:effectLst>
          </p:spPr>
        </p:pic>
        <p:sp>
          <p:nvSpPr>
            <p:cNvPr id="476" name="Google Shape;476;p52"/>
            <p:cNvSpPr/>
            <p:nvPr/>
          </p:nvSpPr>
          <p:spPr>
            <a:xfrm>
              <a:off x="5155125" y="1993925"/>
              <a:ext cx="3340200" cy="1487100"/>
            </a:xfrm>
            <a:prstGeom prst="rect">
              <a:avLst/>
            </a:prstGeom>
            <a:noFill/>
            <a:ln cap="flat" cmpd="sng" w="28575">
              <a:solidFill>
                <a:srgbClr val="FE8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2"/>
            <p:cNvSpPr/>
            <p:nvPr/>
          </p:nvSpPr>
          <p:spPr>
            <a:xfrm>
              <a:off x="5414100" y="2064275"/>
              <a:ext cx="2906700" cy="1324200"/>
            </a:xfrm>
            <a:prstGeom prst="rect">
              <a:avLst/>
            </a:prstGeom>
            <a:no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8" name="Google Shape;478;p52"/>
          <p:cNvSpPr txBox="1"/>
          <p:nvPr/>
        </p:nvSpPr>
        <p:spPr>
          <a:xfrm>
            <a:off x="460300" y="4909200"/>
            <a:ext cx="8121000" cy="16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800" u="none" cap="none" strike="noStrike">
                <a:solidFill>
                  <a:srgbClr val="000000"/>
                </a:solidFill>
                <a:latin typeface="Lexend ExtraLight"/>
                <a:ea typeface="Lexend ExtraLight"/>
                <a:cs typeface="Lexend ExtraLight"/>
                <a:sym typeface="Lexend ExtraLight"/>
              </a:rPr>
              <a:t>Our Repository : </a:t>
            </a:r>
            <a:r>
              <a:rPr b="0" i="0" lang="en" sz="800" u="sng" cap="none" strike="noStrike">
                <a:solidFill>
                  <a:schemeClr val="hlink"/>
                </a:solidFill>
                <a:latin typeface="Lexend ExtraLight"/>
                <a:ea typeface="Lexend ExtraLight"/>
                <a:cs typeface="Lexend ExtraLight"/>
                <a:sym typeface="Lexend ExtraLight"/>
                <a:hlinkClick r:id="rId5"/>
              </a:rPr>
              <a:t>https://github.com/alyasltd/conformal_runway_detection</a:t>
            </a:r>
            <a:endParaRPr b="0" i="0" sz="800" u="none" cap="none" strike="noStrike">
              <a:solidFill>
                <a:srgbClr val="000000"/>
              </a:solidFill>
              <a:latin typeface="Lexend ExtraLight"/>
              <a:ea typeface="Lexend ExtraLight"/>
              <a:cs typeface="Lexend ExtraLight"/>
              <a:sym typeface="Lexend ExtraLight"/>
            </a:endParaRPr>
          </a:p>
        </p:txBody>
      </p:sp>
      <p:sp>
        <p:nvSpPr>
          <p:cNvPr id="479" name="Google Shape;479;p52"/>
          <p:cNvSpPr txBox="1"/>
          <p:nvPr/>
        </p:nvSpPr>
        <p:spPr>
          <a:xfrm>
            <a:off x="288425" y="72250"/>
            <a:ext cx="73983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Our Contributions</a:t>
            </a:r>
            <a:endParaRPr i="0" sz="1800" u="none" cap="none" strike="noStrike">
              <a:solidFill>
                <a:srgbClr val="00205B"/>
              </a:solidFill>
              <a:latin typeface="Lexend Medium"/>
              <a:ea typeface="Lexend Medium"/>
              <a:cs typeface="Lexend Medium"/>
              <a:sym typeface="Lexend Medium"/>
            </a:endParaRPr>
          </a:p>
        </p:txBody>
      </p:sp>
      <p:cxnSp>
        <p:nvCxnSpPr>
          <p:cNvPr id="480" name="Google Shape;480;p52"/>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481" name="Google Shape;481;p52"/>
          <p:cNvPicPr preferRelativeResize="0"/>
          <p:nvPr/>
        </p:nvPicPr>
        <p:blipFill rotWithShape="1">
          <a:blip r:embed="rId6">
            <a:alphaModFix/>
          </a:blip>
          <a:srcRect b="0" l="0" r="0" t="0"/>
          <a:stretch/>
        </p:blipFill>
        <p:spPr>
          <a:xfrm>
            <a:off x="8266150" y="91401"/>
            <a:ext cx="703375" cy="351675"/>
          </a:xfrm>
          <a:prstGeom prst="rect">
            <a:avLst/>
          </a:prstGeom>
          <a:noFill/>
          <a:ln>
            <a:noFill/>
          </a:ln>
        </p:spPr>
      </p:pic>
      <p:cxnSp>
        <p:nvCxnSpPr>
          <p:cNvPr id="482" name="Google Shape;482;p52"/>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483" name="Google Shape;483;p52"/>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pic>
        <p:nvPicPr>
          <p:cNvPr id="484" name="Google Shape;484;p52"/>
          <p:cNvPicPr preferRelativeResize="0"/>
          <p:nvPr/>
        </p:nvPicPr>
        <p:blipFill rotWithShape="1">
          <a:blip r:embed="rId7">
            <a:alphaModFix/>
          </a:blip>
          <a:srcRect b="22117" l="2512" r="17977" t="-3944"/>
          <a:stretch/>
        </p:blipFill>
        <p:spPr>
          <a:xfrm>
            <a:off x="5942726" y="1037058"/>
            <a:ext cx="2323425" cy="7714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8" name="Shape 488"/>
        <p:cNvGrpSpPr/>
        <p:nvPr/>
      </p:nvGrpSpPr>
      <p:grpSpPr>
        <a:xfrm>
          <a:off x="0" y="0"/>
          <a:ext cx="0" cy="0"/>
          <a:chOff x="0" y="0"/>
          <a:chExt cx="0" cy="0"/>
        </a:xfrm>
      </p:grpSpPr>
      <p:sp>
        <p:nvSpPr>
          <p:cNvPr id="489" name="Google Shape;489;p53"/>
          <p:cNvSpPr/>
          <p:nvPr/>
        </p:nvSpPr>
        <p:spPr>
          <a:xfrm>
            <a:off x="6943975" y="1635050"/>
            <a:ext cx="2113200" cy="1923300"/>
          </a:xfrm>
          <a:prstGeom prst="roundRect">
            <a:avLst>
              <a:gd fmla="val 16667" name="adj"/>
            </a:avLst>
          </a:prstGeom>
          <a:gradFill>
            <a:gsLst>
              <a:gs pos="0">
                <a:srgbClr val="D9D2E9"/>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0" name="Google Shape;490;p53"/>
          <p:cNvSpPr/>
          <p:nvPr/>
        </p:nvSpPr>
        <p:spPr>
          <a:xfrm>
            <a:off x="3962900" y="1565300"/>
            <a:ext cx="2845800" cy="2130300"/>
          </a:xfrm>
          <a:prstGeom prst="roundRect">
            <a:avLst>
              <a:gd fmla="val 16667" name="adj"/>
            </a:avLst>
          </a:prstGeom>
          <a:gradFill>
            <a:gsLst>
              <a:gs pos="0">
                <a:srgbClr val="C9DAF8"/>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53"/>
          <p:cNvSpPr/>
          <p:nvPr/>
        </p:nvSpPr>
        <p:spPr>
          <a:xfrm>
            <a:off x="1078350" y="1635075"/>
            <a:ext cx="2749200" cy="2060400"/>
          </a:xfrm>
          <a:prstGeom prst="roundRect">
            <a:avLst>
              <a:gd fmla="val 16667" name="adj"/>
            </a:avLst>
          </a:prstGeom>
          <a:gradFill>
            <a:gsLst>
              <a:gs pos="0">
                <a:srgbClr val="C9DAF8"/>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2" name="Google Shape;492;p53"/>
          <p:cNvSpPr txBox="1"/>
          <p:nvPr/>
        </p:nvSpPr>
        <p:spPr>
          <a:xfrm>
            <a:off x="288425" y="72250"/>
            <a:ext cx="73983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VLS pipeline</a:t>
            </a:r>
            <a:endParaRPr i="0" sz="1800" u="none" cap="none" strike="noStrike">
              <a:solidFill>
                <a:srgbClr val="00205B"/>
              </a:solidFill>
              <a:latin typeface="Lexend Medium"/>
              <a:ea typeface="Lexend Medium"/>
              <a:cs typeface="Lexend Medium"/>
              <a:sym typeface="Lexend Medium"/>
            </a:endParaRPr>
          </a:p>
        </p:txBody>
      </p:sp>
      <p:cxnSp>
        <p:nvCxnSpPr>
          <p:cNvPr id="493" name="Google Shape;493;p53"/>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494" name="Google Shape;494;p53"/>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cxnSp>
        <p:nvCxnSpPr>
          <p:cNvPr id="495" name="Google Shape;495;p53"/>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496" name="Google Shape;496;p53"/>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sp>
        <p:nvSpPr>
          <p:cNvPr id="497" name="Google Shape;497;p53"/>
          <p:cNvSpPr txBox="1"/>
          <p:nvPr/>
        </p:nvSpPr>
        <p:spPr>
          <a:xfrm>
            <a:off x="288425" y="559338"/>
            <a:ext cx="87183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0"/>
              </a:spcAft>
              <a:buNone/>
            </a:pPr>
            <a:r>
              <a:rPr b="1" lang="en" sz="1300">
                <a:solidFill>
                  <a:srgbClr val="C00000"/>
                </a:solidFill>
                <a:latin typeface="Lexend"/>
                <a:ea typeface="Lexend"/>
                <a:cs typeface="Lexend"/>
                <a:sym typeface="Lexend"/>
              </a:rPr>
              <a:t>An ambition : </a:t>
            </a:r>
            <a:r>
              <a:rPr lang="en" sz="1300">
                <a:solidFill>
                  <a:srgbClr val="1F3864"/>
                </a:solidFill>
                <a:latin typeface="Lexend"/>
                <a:ea typeface="Lexend"/>
                <a:cs typeface="Lexend"/>
                <a:sym typeface="Lexend"/>
              </a:rPr>
              <a:t>to create an AI-based autonomous system that ensures a safe landing.</a:t>
            </a:r>
            <a:endParaRPr sz="1300">
              <a:solidFill>
                <a:srgbClr val="1F3864"/>
              </a:solidFill>
              <a:latin typeface="Lexend"/>
              <a:ea typeface="Lexend"/>
              <a:cs typeface="Lexend"/>
              <a:sym typeface="Lexend"/>
            </a:endParaRPr>
          </a:p>
        </p:txBody>
      </p:sp>
      <p:sp>
        <p:nvSpPr>
          <p:cNvPr id="498" name="Google Shape;498;p53"/>
          <p:cNvSpPr txBox="1"/>
          <p:nvPr/>
        </p:nvSpPr>
        <p:spPr>
          <a:xfrm>
            <a:off x="3569425" y="992925"/>
            <a:ext cx="1644300" cy="354000"/>
          </a:xfrm>
          <a:prstGeom prst="rect">
            <a:avLst/>
          </a:prstGeom>
          <a:noFill/>
          <a:ln cap="flat" cmpd="sng" w="9525">
            <a:solidFill>
              <a:srgbClr val="00205B"/>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1200"/>
              </a:spcBef>
              <a:spcAft>
                <a:spcPts val="0"/>
              </a:spcAft>
              <a:buNone/>
            </a:pPr>
            <a:r>
              <a:rPr b="1" lang="en" sz="1100">
                <a:solidFill>
                  <a:srgbClr val="00205B"/>
                </a:solidFill>
                <a:latin typeface="Lexend"/>
                <a:ea typeface="Lexend"/>
                <a:cs typeface="Lexend"/>
                <a:sym typeface="Lexend"/>
              </a:rPr>
              <a:t>Pilot support</a:t>
            </a:r>
            <a:endParaRPr sz="1100">
              <a:solidFill>
                <a:srgbClr val="00205B"/>
              </a:solidFill>
              <a:latin typeface="Lexend"/>
              <a:ea typeface="Lexend"/>
              <a:cs typeface="Lexend"/>
              <a:sym typeface="Lexend"/>
            </a:endParaRPr>
          </a:p>
        </p:txBody>
      </p:sp>
      <p:sp>
        <p:nvSpPr>
          <p:cNvPr id="499" name="Google Shape;499;p53"/>
          <p:cNvSpPr txBox="1"/>
          <p:nvPr/>
        </p:nvSpPr>
        <p:spPr>
          <a:xfrm>
            <a:off x="5964125" y="4028050"/>
            <a:ext cx="3005400" cy="548700"/>
          </a:xfrm>
          <a:prstGeom prst="rect">
            <a:avLst/>
          </a:prstGeom>
          <a:noFill/>
          <a:ln cap="flat" cmpd="sng" w="9525">
            <a:solidFill>
              <a:srgbClr val="00205B"/>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1200"/>
              </a:spcBef>
              <a:spcAft>
                <a:spcPts val="0"/>
              </a:spcAft>
              <a:buNone/>
            </a:pPr>
            <a:r>
              <a:rPr b="1" lang="en" sz="1100">
                <a:solidFill>
                  <a:srgbClr val="00205B"/>
                </a:solidFill>
                <a:latin typeface="Lexend"/>
                <a:ea typeface="Lexend"/>
                <a:cs typeface="Lexend"/>
                <a:sym typeface="Lexend"/>
              </a:rPr>
              <a:t>Certification in compliance with EASA standards</a:t>
            </a:r>
            <a:endParaRPr sz="1100">
              <a:solidFill>
                <a:srgbClr val="00205B"/>
              </a:solidFill>
              <a:latin typeface="Lexend"/>
              <a:ea typeface="Lexend"/>
              <a:cs typeface="Lexend"/>
              <a:sym typeface="Lexend"/>
            </a:endParaRPr>
          </a:p>
        </p:txBody>
      </p:sp>
      <p:sp>
        <p:nvSpPr>
          <p:cNvPr id="500" name="Google Shape;500;p53"/>
          <p:cNvSpPr txBox="1"/>
          <p:nvPr/>
        </p:nvSpPr>
        <p:spPr>
          <a:xfrm>
            <a:off x="1338975" y="1739550"/>
            <a:ext cx="1644300" cy="329400"/>
          </a:xfrm>
          <a:prstGeom prst="rect">
            <a:avLst/>
          </a:prstGeom>
          <a:noFill/>
          <a:ln cap="flat" cmpd="sng" w="8850">
            <a:solidFill>
              <a:srgbClr val="D0E0E3"/>
            </a:solidFill>
            <a:prstDash val="solid"/>
            <a:round/>
            <a:headEnd len="sm" w="sm" type="none"/>
            <a:tailEnd len="sm" w="sm" type="none"/>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1023">
                <a:solidFill>
                  <a:srgbClr val="00205B"/>
                </a:solidFill>
                <a:latin typeface="Lexend Medium"/>
                <a:ea typeface="Lexend Medium"/>
                <a:cs typeface="Lexend Medium"/>
                <a:sym typeface="Lexend Medium"/>
              </a:rPr>
              <a:t>1. Runway Detection</a:t>
            </a:r>
            <a:r>
              <a:rPr b="1" lang="en" sz="1023">
                <a:solidFill>
                  <a:srgbClr val="00205B"/>
                </a:solidFill>
                <a:latin typeface="Lexend"/>
                <a:ea typeface="Lexend"/>
                <a:cs typeface="Lexend"/>
                <a:sym typeface="Lexend"/>
              </a:rPr>
              <a:t> </a:t>
            </a:r>
            <a:endParaRPr sz="1023">
              <a:solidFill>
                <a:srgbClr val="00205B"/>
              </a:solidFill>
              <a:latin typeface="Lexend"/>
              <a:ea typeface="Lexend"/>
              <a:cs typeface="Lexend"/>
              <a:sym typeface="Lexend"/>
            </a:endParaRPr>
          </a:p>
        </p:txBody>
      </p:sp>
      <p:sp>
        <p:nvSpPr>
          <p:cNvPr id="501" name="Google Shape;501;p53"/>
          <p:cNvSpPr txBox="1"/>
          <p:nvPr/>
        </p:nvSpPr>
        <p:spPr>
          <a:xfrm>
            <a:off x="4039107" y="1699662"/>
            <a:ext cx="1809600" cy="510300"/>
          </a:xfrm>
          <a:prstGeom prst="rect">
            <a:avLst/>
          </a:prstGeom>
          <a:noFill/>
          <a:ln cap="flat" cmpd="sng" w="8850">
            <a:solidFill>
              <a:srgbClr val="D0E0E3"/>
            </a:solidFill>
            <a:prstDash val="solid"/>
            <a:round/>
            <a:headEnd len="sm" w="sm" type="none"/>
            <a:tailEnd len="sm" w="sm" type="none"/>
          </a:ln>
        </p:spPr>
        <p:txBody>
          <a:bodyPr anchorCtr="0" anchor="t" bIns="85050" lIns="85050" spcFirstLastPara="1" rIns="85050" wrap="square" tIns="85050">
            <a:spAutoFit/>
          </a:bodyPr>
          <a:lstStyle/>
          <a:p>
            <a:pPr indent="0" lvl="0" marL="0" marR="0" rtl="0" algn="ctr">
              <a:lnSpc>
                <a:spcPct val="115000"/>
              </a:lnSpc>
              <a:spcBef>
                <a:spcPts val="1116"/>
              </a:spcBef>
              <a:spcAft>
                <a:spcPts val="0"/>
              </a:spcAft>
              <a:buNone/>
            </a:pPr>
            <a:r>
              <a:rPr lang="en" sz="1023">
                <a:solidFill>
                  <a:srgbClr val="00205B"/>
                </a:solidFill>
                <a:latin typeface="Lexend Medium"/>
                <a:ea typeface="Lexend Medium"/>
                <a:cs typeface="Lexend Medium"/>
                <a:sym typeface="Lexend Medium"/>
              </a:rPr>
              <a:t>2. 2D Keypoints extraction</a:t>
            </a:r>
            <a:r>
              <a:rPr b="1" lang="en" sz="1023">
                <a:solidFill>
                  <a:srgbClr val="00205B"/>
                </a:solidFill>
                <a:latin typeface="Lexend"/>
                <a:ea typeface="Lexend"/>
                <a:cs typeface="Lexend"/>
                <a:sym typeface="Lexend"/>
              </a:rPr>
              <a:t>  </a:t>
            </a:r>
            <a:endParaRPr sz="1023">
              <a:solidFill>
                <a:srgbClr val="00205B"/>
              </a:solidFill>
              <a:latin typeface="Lexend"/>
              <a:ea typeface="Lexend"/>
              <a:cs typeface="Lexend"/>
              <a:sym typeface="Lexend"/>
            </a:endParaRPr>
          </a:p>
        </p:txBody>
      </p:sp>
      <p:sp>
        <p:nvSpPr>
          <p:cNvPr id="502" name="Google Shape;502;p53"/>
          <p:cNvSpPr txBox="1"/>
          <p:nvPr/>
        </p:nvSpPr>
        <p:spPr>
          <a:xfrm>
            <a:off x="7317895" y="1739550"/>
            <a:ext cx="1424400" cy="329400"/>
          </a:xfrm>
          <a:prstGeom prst="rect">
            <a:avLst/>
          </a:prstGeom>
          <a:noFill/>
          <a:ln cap="flat" cmpd="sng" w="8850">
            <a:solidFill>
              <a:srgbClr val="D9D2E9"/>
            </a:solidFill>
            <a:prstDash val="solid"/>
            <a:round/>
            <a:headEnd len="sm" w="sm" type="none"/>
            <a:tailEnd len="sm" w="sm" type="none"/>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1023">
                <a:solidFill>
                  <a:srgbClr val="00205B"/>
                </a:solidFill>
                <a:latin typeface="Lexend Medium"/>
                <a:ea typeface="Lexend Medium"/>
                <a:cs typeface="Lexend Medium"/>
                <a:sym typeface="Lexend Medium"/>
              </a:rPr>
              <a:t>3. Pose estimation</a:t>
            </a:r>
            <a:r>
              <a:rPr b="1" lang="en" sz="1023">
                <a:solidFill>
                  <a:srgbClr val="00205B"/>
                </a:solidFill>
                <a:latin typeface="Lexend"/>
                <a:ea typeface="Lexend"/>
                <a:cs typeface="Lexend"/>
                <a:sym typeface="Lexend"/>
              </a:rPr>
              <a:t>  </a:t>
            </a:r>
            <a:endParaRPr sz="1023">
              <a:solidFill>
                <a:srgbClr val="00205B"/>
              </a:solidFill>
              <a:latin typeface="Lexend"/>
              <a:ea typeface="Lexend"/>
              <a:cs typeface="Lexend"/>
              <a:sym typeface="Lexend"/>
            </a:endParaRPr>
          </a:p>
        </p:txBody>
      </p:sp>
      <p:pic>
        <p:nvPicPr>
          <p:cNvPr id="503" name="Google Shape;503;p53"/>
          <p:cNvPicPr preferRelativeResize="0"/>
          <p:nvPr/>
        </p:nvPicPr>
        <p:blipFill rotWithShape="1">
          <a:blip r:embed="rId4">
            <a:alphaModFix/>
          </a:blip>
          <a:srcRect b="0" l="0" r="0" t="25506"/>
          <a:stretch/>
        </p:blipFill>
        <p:spPr>
          <a:xfrm>
            <a:off x="1399181" y="2166804"/>
            <a:ext cx="1384261" cy="1425246"/>
          </a:xfrm>
          <a:prstGeom prst="rect">
            <a:avLst/>
          </a:prstGeom>
          <a:noFill/>
          <a:ln>
            <a:noFill/>
          </a:ln>
        </p:spPr>
      </p:pic>
      <p:sp>
        <p:nvSpPr>
          <p:cNvPr id="504" name="Google Shape;504;p53"/>
          <p:cNvSpPr/>
          <p:nvPr/>
        </p:nvSpPr>
        <p:spPr>
          <a:xfrm>
            <a:off x="1641175" y="2343575"/>
            <a:ext cx="838800" cy="741000"/>
          </a:xfrm>
          <a:prstGeom prst="rect">
            <a:avLst/>
          </a:prstGeom>
          <a:noFill/>
          <a:ln cap="flat" cmpd="sng" w="17700">
            <a:solidFill>
              <a:srgbClr val="C00000"/>
            </a:solidFill>
            <a:prstDash val="solid"/>
            <a:round/>
            <a:headEnd len="sm" w="sm" type="none"/>
            <a:tailEnd len="sm" w="sm" type="none"/>
          </a:ln>
          <a:effectLst>
            <a:outerShdw blurRad="53162" rotWithShape="0" algn="bl" dir="5400000" dist="17721">
              <a:srgbClr val="000000">
                <a:alpha val="49410"/>
              </a:srgbClr>
            </a:outerShdw>
          </a:effectLst>
        </p:spPr>
        <p:txBody>
          <a:bodyPr anchorCtr="0" anchor="ctr" bIns="85050" lIns="85050" spcFirstLastPara="1" rIns="85050" wrap="square" tIns="85050">
            <a:noAutofit/>
          </a:bodyPr>
          <a:lstStyle/>
          <a:p>
            <a:pPr indent="0" lvl="0" marL="0" marR="0" rtl="0" algn="ctr">
              <a:lnSpc>
                <a:spcPct val="100000"/>
              </a:lnSpc>
              <a:spcBef>
                <a:spcPts val="0"/>
              </a:spcBef>
              <a:spcAft>
                <a:spcPts val="0"/>
              </a:spcAft>
              <a:buClr>
                <a:srgbClr val="000000"/>
              </a:buClr>
              <a:buSzPts val="1302"/>
              <a:buFont typeface="Arial"/>
              <a:buNone/>
            </a:pPr>
            <a:r>
              <a:t/>
            </a:r>
            <a:endParaRPr b="0" i="0" sz="1302" u="none" cap="none" strike="noStrike">
              <a:solidFill>
                <a:srgbClr val="000000"/>
              </a:solidFill>
              <a:latin typeface="Arial"/>
              <a:ea typeface="Arial"/>
              <a:cs typeface="Arial"/>
              <a:sym typeface="Arial"/>
            </a:endParaRPr>
          </a:p>
        </p:txBody>
      </p:sp>
      <p:pic>
        <p:nvPicPr>
          <p:cNvPr id="505" name="Google Shape;505;p53"/>
          <p:cNvPicPr preferRelativeResize="0"/>
          <p:nvPr/>
        </p:nvPicPr>
        <p:blipFill rotWithShape="1">
          <a:blip r:embed="rId4">
            <a:alphaModFix/>
          </a:blip>
          <a:srcRect b="0" l="0" r="0" t="25506"/>
          <a:stretch/>
        </p:blipFill>
        <p:spPr>
          <a:xfrm>
            <a:off x="147889" y="2521387"/>
            <a:ext cx="838942" cy="863781"/>
          </a:xfrm>
          <a:prstGeom prst="rect">
            <a:avLst/>
          </a:prstGeom>
          <a:noFill/>
          <a:ln>
            <a:noFill/>
          </a:ln>
        </p:spPr>
      </p:pic>
      <p:sp>
        <p:nvSpPr>
          <p:cNvPr id="506" name="Google Shape;506;p53"/>
          <p:cNvSpPr txBox="1"/>
          <p:nvPr/>
        </p:nvSpPr>
        <p:spPr>
          <a:xfrm>
            <a:off x="56250" y="2165064"/>
            <a:ext cx="1022100" cy="329400"/>
          </a:xfrm>
          <a:prstGeom prst="rect">
            <a:avLst/>
          </a:prstGeom>
          <a:noFill/>
          <a:ln cap="flat" cmpd="sng" w="8850">
            <a:solidFill>
              <a:schemeClr val="lt1"/>
            </a:solidFill>
            <a:prstDash val="solid"/>
            <a:round/>
            <a:headEnd len="sm" w="sm" type="none"/>
            <a:tailEnd len="sm" w="sm" type="none"/>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1023">
                <a:solidFill>
                  <a:srgbClr val="00205B"/>
                </a:solidFill>
                <a:latin typeface="Lexend Medium"/>
                <a:ea typeface="Lexend Medium"/>
                <a:cs typeface="Lexend Medium"/>
                <a:sym typeface="Lexend Medium"/>
              </a:rPr>
              <a:t>Input Image </a:t>
            </a:r>
            <a:endParaRPr sz="1023">
              <a:solidFill>
                <a:srgbClr val="00205B"/>
              </a:solidFill>
              <a:latin typeface="Lexend"/>
              <a:ea typeface="Lexend"/>
              <a:cs typeface="Lexend"/>
              <a:sym typeface="Lexend"/>
            </a:endParaRPr>
          </a:p>
        </p:txBody>
      </p:sp>
      <p:grpSp>
        <p:nvGrpSpPr>
          <p:cNvPr id="507" name="Google Shape;507;p53"/>
          <p:cNvGrpSpPr/>
          <p:nvPr/>
        </p:nvGrpSpPr>
        <p:grpSpPr>
          <a:xfrm>
            <a:off x="2919576" y="2518021"/>
            <a:ext cx="908061" cy="791787"/>
            <a:chOff x="3595800" y="3326425"/>
            <a:chExt cx="976200" cy="851200"/>
          </a:xfrm>
        </p:grpSpPr>
        <p:pic>
          <p:nvPicPr>
            <p:cNvPr id="508" name="Google Shape;508;p53"/>
            <p:cNvPicPr preferRelativeResize="0"/>
            <p:nvPr/>
          </p:nvPicPr>
          <p:blipFill rotWithShape="1">
            <a:blip r:embed="rId4">
              <a:alphaModFix/>
            </a:blip>
            <a:srcRect b="23757" l="18238" r="19343" t="36863"/>
            <a:stretch/>
          </p:blipFill>
          <p:spPr>
            <a:xfrm>
              <a:off x="3595800" y="3326425"/>
              <a:ext cx="976200" cy="851200"/>
            </a:xfrm>
            <a:prstGeom prst="rect">
              <a:avLst/>
            </a:prstGeom>
            <a:noFill/>
            <a:ln>
              <a:noFill/>
            </a:ln>
          </p:spPr>
        </p:pic>
        <p:sp>
          <p:nvSpPr>
            <p:cNvPr id="509" name="Google Shape;509;p53"/>
            <p:cNvSpPr/>
            <p:nvPr/>
          </p:nvSpPr>
          <p:spPr>
            <a:xfrm>
              <a:off x="3612125" y="3348987"/>
              <a:ext cx="942300" cy="796800"/>
            </a:xfrm>
            <a:prstGeom prst="rect">
              <a:avLst/>
            </a:prstGeom>
            <a:noFill/>
            <a:ln cap="flat" cmpd="sng" w="17700">
              <a:solidFill>
                <a:srgbClr val="C00000"/>
              </a:solidFill>
              <a:prstDash val="solid"/>
              <a:round/>
              <a:headEnd len="sm" w="sm" type="none"/>
              <a:tailEnd len="sm" w="sm" type="none"/>
            </a:ln>
            <a:effectLst>
              <a:outerShdw blurRad="53162" rotWithShape="0" algn="bl" dir="5400000" dist="17721">
                <a:srgbClr val="000000">
                  <a:alpha val="49410"/>
                </a:srgbClr>
              </a:outerShdw>
            </a:effectLst>
          </p:spPr>
          <p:txBody>
            <a:bodyPr anchorCtr="0" anchor="ctr" bIns="85050" lIns="85050" spcFirstLastPara="1" rIns="85050" wrap="square" tIns="85050">
              <a:noAutofit/>
            </a:bodyPr>
            <a:lstStyle/>
            <a:p>
              <a:pPr indent="0" lvl="0" marL="0" marR="0" rtl="0" algn="ctr">
                <a:lnSpc>
                  <a:spcPct val="100000"/>
                </a:lnSpc>
                <a:spcBef>
                  <a:spcPts val="0"/>
                </a:spcBef>
                <a:spcAft>
                  <a:spcPts val="0"/>
                </a:spcAft>
                <a:buClr>
                  <a:srgbClr val="000000"/>
                </a:buClr>
                <a:buSzPts val="1302"/>
                <a:buFont typeface="Arial"/>
                <a:buNone/>
              </a:pPr>
              <a:r>
                <a:t/>
              </a:r>
              <a:endParaRPr b="0" i="0" sz="1302" u="none" cap="none" strike="noStrike">
                <a:solidFill>
                  <a:srgbClr val="000000"/>
                </a:solidFill>
                <a:latin typeface="Arial"/>
                <a:ea typeface="Arial"/>
                <a:cs typeface="Arial"/>
                <a:sym typeface="Arial"/>
              </a:endParaRPr>
            </a:p>
          </p:txBody>
        </p:sp>
      </p:grpSp>
      <p:sp>
        <p:nvSpPr>
          <p:cNvPr id="510" name="Google Shape;510;p53"/>
          <p:cNvSpPr txBox="1"/>
          <p:nvPr/>
        </p:nvSpPr>
        <p:spPr>
          <a:xfrm>
            <a:off x="3075928" y="2165064"/>
            <a:ext cx="600600" cy="315000"/>
          </a:xfrm>
          <a:prstGeom prst="rect">
            <a:avLst/>
          </a:prstGeom>
          <a:noFill/>
          <a:ln>
            <a:noFill/>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930">
                <a:solidFill>
                  <a:srgbClr val="00205B"/>
                </a:solidFill>
                <a:latin typeface="Lexend Medium"/>
                <a:ea typeface="Lexend Medium"/>
                <a:cs typeface="Lexend Medium"/>
                <a:sym typeface="Lexend Medium"/>
              </a:rPr>
              <a:t>Crop </a:t>
            </a:r>
            <a:endParaRPr sz="930">
              <a:solidFill>
                <a:srgbClr val="00205B"/>
              </a:solidFill>
              <a:latin typeface="Lexend"/>
              <a:ea typeface="Lexend"/>
              <a:cs typeface="Lexend"/>
              <a:sym typeface="Lexend"/>
            </a:endParaRPr>
          </a:p>
        </p:txBody>
      </p:sp>
      <p:grpSp>
        <p:nvGrpSpPr>
          <p:cNvPr id="511" name="Google Shape;511;p53"/>
          <p:cNvGrpSpPr/>
          <p:nvPr/>
        </p:nvGrpSpPr>
        <p:grpSpPr>
          <a:xfrm>
            <a:off x="4190011" y="2265718"/>
            <a:ext cx="1384181" cy="1206940"/>
            <a:chOff x="4483167" y="2868431"/>
            <a:chExt cx="1644311" cy="1433762"/>
          </a:xfrm>
        </p:grpSpPr>
        <p:pic>
          <p:nvPicPr>
            <p:cNvPr id="512" name="Google Shape;512;p53"/>
            <p:cNvPicPr preferRelativeResize="0"/>
            <p:nvPr/>
          </p:nvPicPr>
          <p:blipFill rotWithShape="1">
            <a:blip r:embed="rId4">
              <a:alphaModFix/>
            </a:blip>
            <a:srcRect b="23757" l="18238" r="19343" t="36863"/>
            <a:stretch/>
          </p:blipFill>
          <p:spPr>
            <a:xfrm>
              <a:off x="4483167" y="2868431"/>
              <a:ext cx="1644311" cy="1433762"/>
            </a:xfrm>
            <a:prstGeom prst="rect">
              <a:avLst/>
            </a:prstGeom>
            <a:noFill/>
            <a:ln>
              <a:noFill/>
            </a:ln>
          </p:spPr>
        </p:pic>
        <p:sp>
          <p:nvSpPr>
            <p:cNvPr id="513" name="Google Shape;513;p53"/>
            <p:cNvSpPr/>
            <p:nvPr/>
          </p:nvSpPr>
          <p:spPr>
            <a:xfrm>
              <a:off x="4540075" y="4030825"/>
              <a:ext cx="142500" cy="141600"/>
            </a:xfrm>
            <a:prstGeom prst="ellipse">
              <a:avLst/>
            </a:prstGeom>
            <a:solidFill>
              <a:srgbClr val="FFFF00"/>
            </a:solidFill>
            <a:ln cap="flat" cmpd="sng" w="8025">
              <a:solidFill>
                <a:schemeClr val="dk2"/>
              </a:solidFill>
              <a:prstDash val="solid"/>
              <a:round/>
              <a:headEnd len="sm" w="sm" type="none"/>
              <a:tailEnd len="sm" w="sm" type="none"/>
            </a:ln>
          </p:spPr>
          <p:txBody>
            <a:bodyPr anchorCtr="0" anchor="ctr" bIns="76975" lIns="76975" spcFirstLastPara="1" rIns="76975" wrap="square" tIns="76975">
              <a:noAutofit/>
            </a:bodyPr>
            <a:lstStyle/>
            <a:p>
              <a:pPr indent="0" lvl="0" marL="0" rtl="0" algn="ctr">
                <a:spcBef>
                  <a:spcPts val="0"/>
                </a:spcBef>
                <a:spcAft>
                  <a:spcPts val="0"/>
                </a:spcAft>
                <a:buNone/>
              </a:pPr>
              <a:r>
                <a:t/>
              </a:r>
              <a:endParaRPr sz="1178"/>
            </a:p>
          </p:txBody>
        </p:sp>
        <p:sp>
          <p:nvSpPr>
            <p:cNvPr id="514" name="Google Shape;514;p53"/>
            <p:cNvSpPr/>
            <p:nvPr/>
          </p:nvSpPr>
          <p:spPr>
            <a:xfrm>
              <a:off x="5124925" y="2919113"/>
              <a:ext cx="87000" cy="96600"/>
            </a:xfrm>
            <a:prstGeom prst="ellipse">
              <a:avLst/>
            </a:prstGeom>
            <a:solidFill>
              <a:srgbClr val="FFFF00"/>
            </a:solidFill>
            <a:ln cap="flat" cmpd="sng" w="8025">
              <a:solidFill>
                <a:schemeClr val="dk2"/>
              </a:solidFill>
              <a:prstDash val="solid"/>
              <a:round/>
              <a:headEnd len="sm" w="sm" type="none"/>
              <a:tailEnd len="sm" w="sm" type="none"/>
            </a:ln>
          </p:spPr>
          <p:txBody>
            <a:bodyPr anchorCtr="0" anchor="ctr" bIns="76975" lIns="76975" spcFirstLastPara="1" rIns="76975" wrap="square" tIns="76975">
              <a:noAutofit/>
            </a:bodyPr>
            <a:lstStyle/>
            <a:p>
              <a:pPr indent="0" lvl="0" marL="0" rtl="0" algn="ctr">
                <a:spcBef>
                  <a:spcPts val="0"/>
                </a:spcBef>
                <a:spcAft>
                  <a:spcPts val="0"/>
                </a:spcAft>
                <a:buNone/>
              </a:pPr>
              <a:r>
                <a:t/>
              </a:r>
              <a:endParaRPr sz="1178"/>
            </a:p>
          </p:txBody>
        </p:sp>
        <p:sp>
          <p:nvSpPr>
            <p:cNvPr id="515" name="Google Shape;515;p53"/>
            <p:cNvSpPr/>
            <p:nvPr/>
          </p:nvSpPr>
          <p:spPr>
            <a:xfrm>
              <a:off x="5328300" y="2919121"/>
              <a:ext cx="87000" cy="96600"/>
            </a:xfrm>
            <a:prstGeom prst="ellipse">
              <a:avLst/>
            </a:prstGeom>
            <a:solidFill>
              <a:srgbClr val="FFFF00"/>
            </a:solidFill>
            <a:ln cap="flat" cmpd="sng" w="8025">
              <a:solidFill>
                <a:schemeClr val="dk2"/>
              </a:solidFill>
              <a:prstDash val="solid"/>
              <a:round/>
              <a:headEnd len="sm" w="sm" type="none"/>
              <a:tailEnd len="sm" w="sm" type="none"/>
            </a:ln>
          </p:spPr>
          <p:txBody>
            <a:bodyPr anchorCtr="0" anchor="ctr" bIns="76975" lIns="76975" spcFirstLastPara="1" rIns="76975" wrap="square" tIns="76975">
              <a:noAutofit/>
            </a:bodyPr>
            <a:lstStyle/>
            <a:p>
              <a:pPr indent="0" lvl="0" marL="0" rtl="0" algn="ctr">
                <a:spcBef>
                  <a:spcPts val="0"/>
                </a:spcBef>
                <a:spcAft>
                  <a:spcPts val="0"/>
                </a:spcAft>
                <a:buNone/>
              </a:pPr>
              <a:r>
                <a:t/>
              </a:r>
              <a:endParaRPr sz="1178"/>
            </a:p>
          </p:txBody>
        </p:sp>
        <p:sp>
          <p:nvSpPr>
            <p:cNvPr id="516" name="Google Shape;516;p53"/>
            <p:cNvSpPr/>
            <p:nvPr/>
          </p:nvSpPr>
          <p:spPr>
            <a:xfrm>
              <a:off x="5886100" y="4030825"/>
              <a:ext cx="142500" cy="141600"/>
            </a:xfrm>
            <a:prstGeom prst="ellipse">
              <a:avLst/>
            </a:prstGeom>
            <a:solidFill>
              <a:srgbClr val="FFFF00"/>
            </a:solidFill>
            <a:ln cap="flat" cmpd="sng" w="8025">
              <a:solidFill>
                <a:schemeClr val="dk2"/>
              </a:solidFill>
              <a:prstDash val="solid"/>
              <a:round/>
              <a:headEnd len="sm" w="sm" type="none"/>
              <a:tailEnd len="sm" w="sm" type="none"/>
            </a:ln>
          </p:spPr>
          <p:txBody>
            <a:bodyPr anchorCtr="0" anchor="ctr" bIns="76975" lIns="76975" spcFirstLastPara="1" rIns="76975" wrap="square" tIns="76975">
              <a:noAutofit/>
            </a:bodyPr>
            <a:lstStyle/>
            <a:p>
              <a:pPr indent="0" lvl="0" marL="0" rtl="0" algn="ctr">
                <a:spcBef>
                  <a:spcPts val="0"/>
                </a:spcBef>
                <a:spcAft>
                  <a:spcPts val="0"/>
                </a:spcAft>
                <a:buNone/>
              </a:pPr>
              <a:r>
                <a:t/>
              </a:r>
              <a:endParaRPr sz="1178"/>
            </a:p>
          </p:txBody>
        </p:sp>
      </p:grpSp>
      <p:grpSp>
        <p:nvGrpSpPr>
          <p:cNvPr id="517" name="Google Shape;517;p53"/>
          <p:cNvGrpSpPr/>
          <p:nvPr/>
        </p:nvGrpSpPr>
        <p:grpSpPr>
          <a:xfrm>
            <a:off x="5748379" y="2486288"/>
            <a:ext cx="908087" cy="791809"/>
            <a:chOff x="6310747" y="3159704"/>
            <a:chExt cx="976228" cy="851225"/>
          </a:xfrm>
        </p:grpSpPr>
        <p:pic>
          <p:nvPicPr>
            <p:cNvPr id="518" name="Google Shape;518;p53"/>
            <p:cNvPicPr preferRelativeResize="0"/>
            <p:nvPr/>
          </p:nvPicPr>
          <p:blipFill rotWithShape="1">
            <a:blip r:embed="rId4">
              <a:alphaModFix amt="45000"/>
            </a:blip>
            <a:srcRect b="23757" l="18238" r="19343" t="36863"/>
            <a:stretch/>
          </p:blipFill>
          <p:spPr>
            <a:xfrm>
              <a:off x="6310747" y="3159704"/>
              <a:ext cx="976228" cy="851225"/>
            </a:xfrm>
            <a:prstGeom prst="rect">
              <a:avLst/>
            </a:prstGeom>
            <a:noFill/>
            <a:ln>
              <a:noFill/>
            </a:ln>
          </p:spPr>
        </p:pic>
        <p:sp>
          <p:nvSpPr>
            <p:cNvPr id="519" name="Google Shape;519;p53"/>
            <p:cNvSpPr/>
            <p:nvPr/>
          </p:nvSpPr>
          <p:spPr>
            <a:xfrm>
              <a:off x="6344533" y="3849818"/>
              <a:ext cx="84600" cy="84000"/>
            </a:xfrm>
            <a:prstGeom prst="ellipse">
              <a:avLst/>
            </a:prstGeom>
            <a:solidFill>
              <a:srgbClr val="FFFF00"/>
            </a:solidFill>
            <a:ln cap="flat" cmpd="sng" w="5250">
              <a:solidFill>
                <a:schemeClr val="dk2"/>
              </a:solidFill>
              <a:prstDash val="solid"/>
              <a:round/>
              <a:headEnd len="sm" w="sm" type="none"/>
              <a:tailEnd len="sm" w="sm" type="none"/>
            </a:ln>
          </p:spPr>
          <p:txBody>
            <a:bodyPr anchorCtr="0" anchor="ctr" bIns="50500" lIns="50500" spcFirstLastPara="1" rIns="50500" wrap="square" tIns="50500">
              <a:noAutofit/>
            </a:bodyPr>
            <a:lstStyle/>
            <a:p>
              <a:pPr indent="0" lvl="0" marL="0" rtl="0" algn="ctr">
                <a:spcBef>
                  <a:spcPts val="0"/>
                </a:spcBef>
                <a:spcAft>
                  <a:spcPts val="0"/>
                </a:spcAft>
                <a:buNone/>
              </a:pPr>
              <a:r>
                <a:t/>
              </a:r>
              <a:endParaRPr sz="773"/>
            </a:p>
          </p:txBody>
        </p:sp>
        <p:sp>
          <p:nvSpPr>
            <p:cNvPr id="520" name="Google Shape;520;p53"/>
            <p:cNvSpPr/>
            <p:nvPr/>
          </p:nvSpPr>
          <p:spPr>
            <a:xfrm>
              <a:off x="6691759" y="3189794"/>
              <a:ext cx="51600" cy="57300"/>
            </a:xfrm>
            <a:prstGeom prst="ellipse">
              <a:avLst/>
            </a:prstGeom>
            <a:solidFill>
              <a:srgbClr val="FFFF00"/>
            </a:solidFill>
            <a:ln cap="flat" cmpd="sng" w="5250">
              <a:solidFill>
                <a:schemeClr val="dk2"/>
              </a:solidFill>
              <a:prstDash val="solid"/>
              <a:round/>
              <a:headEnd len="sm" w="sm" type="none"/>
              <a:tailEnd len="sm" w="sm" type="none"/>
            </a:ln>
          </p:spPr>
          <p:txBody>
            <a:bodyPr anchorCtr="0" anchor="ctr" bIns="50500" lIns="50500" spcFirstLastPara="1" rIns="50500" wrap="square" tIns="50500">
              <a:noAutofit/>
            </a:bodyPr>
            <a:lstStyle/>
            <a:p>
              <a:pPr indent="0" lvl="0" marL="0" rtl="0" algn="ctr">
                <a:spcBef>
                  <a:spcPts val="0"/>
                </a:spcBef>
                <a:spcAft>
                  <a:spcPts val="0"/>
                </a:spcAft>
                <a:buNone/>
              </a:pPr>
              <a:r>
                <a:t/>
              </a:r>
              <a:endParaRPr sz="773"/>
            </a:p>
          </p:txBody>
        </p:sp>
        <p:sp>
          <p:nvSpPr>
            <p:cNvPr id="521" name="Google Shape;521;p53"/>
            <p:cNvSpPr/>
            <p:nvPr/>
          </p:nvSpPr>
          <p:spPr>
            <a:xfrm>
              <a:off x="6812503" y="3189799"/>
              <a:ext cx="51600" cy="57300"/>
            </a:xfrm>
            <a:prstGeom prst="ellipse">
              <a:avLst/>
            </a:prstGeom>
            <a:solidFill>
              <a:srgbClr val="FFFF00"/>
            </a:solidFill>
            <a:ln cap="flat" cmpd="sng" w="5250">
              <a:solidFill>
                <a:schemeClr val="dk2"/>
              </a:solidFill>
              <a:prstDash val="solid"/>
              <a:round/>
              <a:headEnd len="sm" w="sm" type="none"/>
              <a:tailEnd len="sm" w="sm" type="none"/>
            </a:ln>
          </p:spPr>
          <p:txBody>
            <a:bodyPr anchorCtr="0" anchor="ctr" bIns="50500" lIns="50500" spcFirstLastPara="1" rIns="50500" wrap="square" tIns="50500">
              <a:noAutofit/>
            </a:bodyPr>
            <a:lstStyle/>
            <a:p>
              <a:pPr indent="0" lvl="0" marL="0" rtl="0" algn="ctr">
                <a:spcBef>
                  <a:spcPts val="0"/>
                </a:spcBef>
                <a:spcAft>
                  <a:spcPts val="0"/>
                </a:spcAft>
                <a:buNone/>
              </a:pPr>
              <a:r>
                <a:t/>
              </a:r>
              <a:endParaRPr sz="773"/>
            </a:p>
          </p:txBody>
        </p:sp>
        <p:sp>
          <p:nvSpPr>
            <p:cNvPr id="522" name="Google Shape;522;p53"/>
            <p:cNvSpPr/>
            <p:nvPr/>
          </p:nvSpPr>
          <p:spPr>
            <a:xfrm>
              <a:off x="7143668" y="3849818"/>
              <a:ext cx="84600" cy="84000"/>
            </a:xfrm>
            <a:prstGeom prst="ellipse">
              <a:avLst/>
            </a:prstGeom>
            <a:solidFill>
              <a:srgbClr val="FFFF00"/>
            </a:solidFill>
            <a:ln cap="flat" cmpd="sng" w="5250">
              <a:solidFill>
                <a:schemeClr val="dk2"/>
              </a:solidFill>
              <a:prstDash val="solid"/>
              <a:round/>
              <a:headEnd len="sm" w="sm" type="none"/>
              <a:tailEnd len="sm" w="sm" type="none"/>
            </a:ln>
          </p:spPr>
          <p:txBody>
            <a:bodyPr anchorCtr="0" anchor="ctr" bIns="50500" lIns="50500" spcFirstLastPara="1" rIns="50500" wrap="square" tIns="50500">
              <a:noAutofit/>
            </a:bodyPr>
            <a:lstStyle/>
            <a:p>
              <a:pPr indent="0" lvl="0" marL="0" rtl="0" algn="ctr">
                <a:spcBef>
                  <a:spcPts val="0"/>
                </a:spcBef>
                <a:spcAft>
                  <a:spcPts val="0"/>
                </a:spcAft>
                <a:buNone/>
              </a:pPr>
              <a:r>
                <a:t/>
              </a:r>
              <a:endParaRPr sz="773"/>
            </a:p>
          </p:txBody>
        </p:sp>
      </p:grpSp>
      <p:sp>
        <p:nvSpPr>
          <p:cNvPr id="523" name="Google Shape;523;p53"/>
          <p:cNvSpPr txBox="1"/>
          <p:nvPr/>
        </p:nvSpPr>
        <p:spPr>
          <a:xfrm>
            <a:off x="5826813" y="1855463"/>
            <a:ext cx="806400" cy="597000"/>
          </a:xfrm>
          <a:prstGeom prst="rect">
            <a:avLst/>
          </a:prstGeom>
          <a:noFill/>
          <a:ln>
            <a:noFill/>
          </a:ln>
        </p:spPr>
        <p:txBody>
          <a:bodyPr anchorCtr="0" anchor="t" bIns="85050" lIns="85050" spcFirstLastPara="1" rIns="85050" wrap="square" tIns="85050">
            <a:spAutoFit/>
          </a:bodyPr>
          <a:lstStyle/>
          <a:p>
            <a:pPr indent="0" lvl="0" marL="0" marR="0" rtl="0" algn="l">
              <a:lnSpc>
                <a:spcPct val="115000"/>
              </a:lnSpc>
              <a:spcBef>
                <a:spcPts val="1116"/>
              </a:spcBef>
              <a:spcAft>
                <a:spcPts val="0"/>
              </a:spcAft>
              <a:buNone/>
            </a:pPr>
            <a:r>
              <a:rPr lang="en" sz="837">
                <a:solidFill>
                  <a:srgbClr val="00205B"/>
                </a:solidFill>
                <a:latin typeface="Lexend Medium"/>
                <a:ea typeface="Lexend Medium"/>
                <a:cs typeface="Lexend Medium"/>
                <a:sym typeface="Lexend Medium"/>
              </a:rPr>
              <a:t>Keypoints Features Extraction</a:t>
            </a:r>
            <a:endParaRPr sz="837">
              <a:solidFill>
                <a:srgbClr val="00205B"/>
              </a:solidFill>
              <a:latin typeface="Lexend"/>
              <a:ea typeface="Lexend"/>
              <a:cs typeface="Lexend"/>
              <a:sym typeface="Lexend"/>
            </a:endParaRPr>
          </a:p>
        </p:txBody>
      </p:sp>
      <p:pic>
        <p:nvPicPr>
          <p:cNvPr id="524" name="Google Shape;524;p53"/>
          <p:cNvPicPr preferRelativeResize="0"/>
          <p:nvPr/>
        </p:nvPicPr>
        <p:blipFill rotWithShape="1">
          <a:blip r:embed="rId5">
            <a:alphaModFix/>
          </a:blip>
          <a:srcRect b="11232" l="8601" r="9242" t="9778"/>
          <a:stretch/>
        </p:blipFill>
        <p:spPr>
          <a:xfrm>
            <a:off x="7095087" y="2166796"/>
            <a:ext cx="1809465" cy="1217817"/>
          </a:xfrm>
          <a:prstGeom prst="rect">
            <a:avLst/>
          </a:prstGeom>
          <a:noFill/>
          <a:ln>
            <a:noFill/>
          </a:ln>
        </p:spPr>
      </p:pic>
      <p:sp>
        <p:nvSpPr>
          <p:cNvPr id="525" name="Google Shape;525;p53"/>
          <p:cNvSpPr txBox="1"/>
          <p:nvPr/>
        </p:nvSpPr>
        <p:spPr>
          <a:xfrm>
            <a:off x="91350" y="4028050"/>
            <a:ext cx="6002400" cy="5487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00205B"/>
              </a:buClr>
              <a:buSzPts val="1100"/>
              <a:buFont typeface="Lexend"/>
              <a:buChar char="-"/>
            </a:pPr>
            <a:r>
              <a:rPr b="1" lang="en" sz="1100">
                <a:solidFill>
                  <a:srgbClr val="00205B"/>
                </a:solidFill>
                <a:latin typeface="Lexend"/>
                <a:ea typeface="Lexend"/>
                <a:cs typeface="Lexend"/>
                <a:sym typeface="Lexend"/>
              </a:rPr>
              <a:t>Computational constraints</a:t>
            </a:r>
            <a:r>
              <a:rPr lang="en" sz="1100">
                <a:solidFill>
                  <a:srgbClr val="00205B"/>
                </a:solidFill>
                <a:latin typeface="Lexend"/>
                <a:ea typeface="Lexend"/>
                <a:cs typeface="Lexend"/>
                <a:sym typeface="Lexend"/>
              </a:rPr>
              <a:t> :</a:t>
            </a:r>
            <a:r>
              <a:rPr b="1" lang="en" sz="1100">
                <a:solidFill>
                  <a:srgbClr val="00205B"/>
                </a:solidFill>
                <a:latin typeface="Lexend"/>
                <a:ea typeface="Lexend"/>
                <a:cs typeface="Lexend"/>
                <a:sym typeface="Lexend"/>
              </a:rPr>
              <a:t>⋍</a:t>
            </a:r>
            <a:r>
              <a:rPr lang="en" sz="1100">
                <a:solidFill>
                  <a:srgbClr val="00205B"/>
                </a:solidFill>
                <a:latin typeface="Lexend"/>
                <a:ea typeface="Lexend"/>
                <a:cs typeface="Lexend"/>
                <a:sym typeface="Lexend"/>
              </a:rPr>
              <a:t>20</a:t>
            </a:r>
            <a:r>
              <a:rPr lang="en" sz="1100">
                <a:solidFill>
                  <a:srgbClr val="00205B"/>
                </a:solidFill>
                <a:latin typeface="Lexend"/>
                <a:ea typeface="Lexend"/>
                <a:cs typeface="Lexend"/>
                <a:sym typeface="Lexend"/>
              </a:rPr>
              <a:t> frames per second + no GPU</a:t>
            </a:r>
            <a:endParaRPr sz="1100">
              <a:solidFill>
                <a:srgbClr val="00205B"/>
              </a:solidFill>
              <a:latin typeface="Lexend"/>
              <a:ea typeface="Lexend"/>
              <a:cs typeface="Lexend"/>
              <a:sym typeface="Lexend"/>
            </a:endParaRPr>
          </a:p>
          <a:p>
            <a:pPr indent="-298450" lvl="0" marL="457200" marR="0" rtl="0" algn="l">
              <a:lnSpc>
                <a:spcPct val="115000"/>
              </a:lnSpc>
              <a:spcBef>
                <a:spcPts val="0"/>
              </a:spcBef>
              <a:spcAft>
                <a:spcPts val="0"/>
              </a:spcAft>
              <a:buClr>
                <a:srgbClr val="00205B"/>
              </a:buClr>
              <a:buSzPts val="1100"/>
              <a:buFont typeface="Lexend"/>
              <a:buChar char="-"/>
            </a:pPr>
            <a:r>
              <a:rPr b="1" lang="en" sz="1100">
                <a:solidFill>
                  <a:srgbClr val="00205B"/>
                </a:solidFill>
                <a:latin typeface="Lexend"/>
                <a:ea typeface="Lexend"/>
                <a:cs typeface="Lexend"/>
                <a:sym typeface="Lexend"/>
              </a:rPr>
              <a:t>Robustness </a:t>
            </a:r>
            <a:r>
              <a:rPr lang="en" sz="1100">
                <a:solidFill>
                  <a:srgbClr val="00205B"/>
                </a:solidFill>
                <a:latin typeface="Lexend"/>
                <a:ea typeface="Lexend"/>
                <a:cs typeface="Lexend"/>
                <a:sym typeface="Lexend"/>
              </a:rPr>
              <a:t>to difficult conditions and </a:t>
            </a:r>
            <a:r>
              <a:rPr b="1" lang="en" sz="1100">
                <a:solidFill>
                  <a:srgbClr val="00205B"/>
                </a:solidFill>
                <a:latin typeface="Lexend"/>
                <a:ea typeface="Lexend"/>
                <a:cs typeface="Lexend"/>
                <a:sym typeface="Lexend"/>
              </a:rPr>
              <a:t>explainability </a:t>
            </a:r>
            <a:r>
              <a:rPr lang="en" sz="1100">
                <a:solidFill>
                  <a:srgbClr val="00205B"/>
                </a:solidFill>
                <a:latin typeface="Lexend"/>
                <a:ea typeface="Lexend"/>
                <a:cs typeface="Lexend"/>
                <a:sym typeface="Lexend"/>
              </a:rPr>
              <a:t>for certification. </a:t>
            </a:r>
            <a:endParaRPr sz="1100">
              <a:solidFill>
                <a:srgbClr val="00205B"/>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4"/>
          <p:cNvSpPr txBox="1"/>
          <p:nvPr/>
        </p:nvSpPr>
        <p:spPr>
          <a:xfrm>
            <a:off x="346275" y="957257"/>
            <a:ext cx="8229600" cy="1138200"/>
          </a:xfrm>
          <a:prstGeom prst="rect">
            <a:avLst/>
          </a:prstGeom>
          <a:noFill/>
          <a:ln>
            <a:noFill/>
          </a:ln>
        </p:spPr>
        <p:txBody>
          <a:bodyPr anchorCtr="0" anchor="t" bIns="75600" lIns="75600" spcFirstLastPara="1" rIns="75600" wrap="square" tIns="75600">
            <a:noAutofit/>
          </a:bodyPr>
          <a:lstStyle/>
          <a:p>
            <a:pPr indent="-267834" lvl="0" marL="378119" marR="0" rtl="0" algn="l">
              <a:lnSpc>
                <a:spcPct val="90000"/>
              </a:lnSpc>
              <a:spcBef>
                <a:spcPts val="992"/>
              </a:spcBef>
              <a:spcAft>
                <a:spcPts val="0"/>
              </a:spcAft>
              <a:buClr>
                <a:srgbClr val="00205B"/>
              </a:buClr>
              <a:buSzPts val="1241"/>
              <a:buFont typeface="Lexend Light"/>
              <a:buChar char="-"/>
            </a:pPr>
            <a:r>
              <a:rPr b="1" i="0" lang="en" sz="1240" u="none" cap="none" strike="noStrike">
                <a:solidFill>
                  <a:srgbClr val="00205B"/>
                </a:solidFill>
                <a:latin typeface="Lexend"/>
                <a:ea typeface="Lexend"/>
                <a:cs typeface="Lexend"/>
                <a:sym typeface="Lexend"/>
              </a:rPr>
              <a:t>Identify and localize objects </a:t>
            </a:r>
            <a:r>
              <a:rPr b="0" i="0" lang="en" sz="1240" u="none" cap="none" strike="noStrike">
                <a:solidFill>
                  <a:srgbClr val="00205B"/>
                </a:solidFill>
                <a:latin typeface="Lexend Light"/>
                <a:ea typeface="Lexend Light"/>
                <a:cs typeface="Lexend Light"/>
                <a:sym typeface="Lexend Light"/>
              </a:rPr>
              <a:t>within an image</a:t>
            </a:r>
            <a:endParaRPr b="0" i="0" sz="1240" u="none" cap="none" strike="noStrike">
              <a:solidFill>
                <a:srgbClr val="00205B"/>
              </a:solidFill>
              <a:latin typeface="Lexend Light"/>
              <a:ea typeface="Lexend Light"/>
              <a:cs typeface="Lexend Light"/>
              <a:sym typeface="Lexend Light"/>
            </a:endParaRPr>
          </a:p>
          <a:p>
            <a:pPr indent="-267834" lvl="0" marL="378119" marR="0" rtl="0" algn="l">
              <a:lnSpc>
                <a:spcPct val="90000"/>
              </a:lnSpc>
              <a:spcBef>
                <a:spcPts val="0"/>
              </a:spcBef>
              <a:spcAft>
                <a:spcPts val="0"/>
              </a:spcAft>
              <a:buClr>
                <a:srgbClr val="00205B"/>
              </a:buClr>
              <a:buSzPts val="1241"/>
              <a:buFont typeface="Lexend Light"/>
              <a:buChar char="-"/>
            </a:pPr>
            <a:r>
              <a:rPr b="1" i="0" lang="en" sz="1240" u="none" cap="none" strike="noStrike">
                <a:solidFill>
                  <a:srgbClr val="00205B"/>
                </a:solidFill>
                <a:latin typeface="Lexend"/>
                <a:ea typeface="Lexend"/>
                <a:cs typeface="Lexend"/>
                <a:sym typeface="Lexend"/>
              </a:rPr>
              <a:t>Classify </a:t>
            </a:r>
            <a:r>
              <a:rPr b="0" i="0" lang="en" sz="1240" u="none" cap="none" strike="noStrike">
                <a:solidFill>
                  <a:srgbClr val="00205B"/>
                </a:solidFill>
                <a:latin typeface="Lexend Light"/>
                <a:ea typeface="Lexend Light"/>
                <a:cs typeface="Lexend Light"/>
                <a:sym typeface="Lexend Light"/>
              </a:rPr>
              <a:t>them</a:t>
            </a:r>
            <a:r>
              <a:rPr b="1" i="0" lang="en" sz="1240" u="none" cap="none" strike="noStrike">
                <a:solidFill>
                  <a:srgbClr val="00205B"/>
                </a:solidFill>
                <a:latin typeface="Lexend"/>
                <a:ea typeface="Lexend"/>
                <a:cs typeface="Lexend"/>
                <a:sym typeface="Lexend"/>
              </a:rPr>
              <a:t> </a:t>
            </a:r>
            <a:r>
              <a:rPr b="0" i="0" lang="en" sz="1240" u="none" cap="none" strike="noStrike">
                <a:solidFill>
                  <a:srgbClr val="00205B"/>
                </a:solidFill>
                <a:latin typeface="Lexend Light"/>
                <a:ea typeface="Lexend Light"/>
                <a:cs typeface="Lexend Light"/>
                <a:sym typeface="Lexend Light"/>
              </a:rPr>
              <a:t>into predefined categories</a:t>
            </a:r>
            <a:endParaRPr b="0" i="0" sz="1240" u="none" cap="none" strike="noStrike">
              <a:solidFill>
                <a:srgbClr val="00205B"/>
              </a:solidFill>
              <a:latin typeface="Lexend Light"/>
              <a:ea typeface="Lexend Light"/>
              <a:cs typeface="Lexend Light"/>
              <a:sym typeface="Lexend Light"/>
            </a:endParaRPr>
          </a:p>
          <a:p>
            <a:pPr indent="-267834" lvl="0" marL="378119" marR="0" rtl="0" algn="l">
              <a:lnSpc>
                <a:spcPct val="90000"/>
              </a:lnSpc>
              <a:spcBef>
                <a:spcPts val="0"/>
              </a:spcBef>
              <a:spcAft>
                <a:spcPts val="0"/>
              </a:spcAft>
              <a:buClr>
                <a:srgbClr val="00205B"/>
              </a:buClr>
              <a:buSzPts val="1241"/>
              <a:buFont typeface="Lexend Light"/>
              <a:buChar char="-"/>
            </a:pPr>
            <a:r>
              <a:rPr b="1" i="0" lang="en" sz="1240" u="none" cap="none" strike="noStrike">
                <a:solidFill>
                  <a:srgbClr val="00205B"/>
                </a:solidFill>
                <a:latin typeface="Lexend"/>
                <a:ea typeface="Lexend"/>
                <a:cs typeface="Lexend"/>
                <a:sym typeface="Lexend"/>
              </a:rPr>
              <a:t>Single-stage detector : </a:t>
            </a:r>
            <a:r>
              <a:rPr b="0" i="0" lang="en" sz="1240" u="none" cap="none" strike="noStrike">
                <a:solidFill>
                  <a:srgbClr val="00205B"/>
                </a:solidFill>
                <a:latin typeface="Lexend Light"/>
                <a:ea typeface="Lexend Light"/>
                <a:cs typeface="Lexend Light"/>
                <a:sym typeface="Lexend Light"/>
              </a:rPr>
              <a:t>directly predict bounding boxes and class probabilities for each object in a single pass through the network </a:t>
            </a:r>
            <a:endParaRPr b="0" i="0" sz="1240" u="none" cap="none" strike="noStrike">
              <a:solidFill>
                <a:srgbClr val="00205B"/>
              </a:solidFill>
              <a:latin typeface="Lexend Light"/>
              <a:ea typeface="Lexend Light"/>
              <a:cs typeface="Lexend Light"/>
              <a:sym typeface="Lexend Light"/>
            </a:endParaRPr>
          </a:p>
          <a:p>
            <a:pPr indent="0" lvl="0" marL="0" marR="0" rtl="0" algn="r">
              <a:lnSpc>
                <a:spcPct val="90000"/>
              </a:lnSpc>
              <a:spcBef>
                <a:spcPts val="992"/>
              </a:spcBef>
              <a:spcAft>
                <a:spcPts val="992"/>
              </a:spcAft>
              <a:buClr>
                <a:srgbClr val="000000"/>
              </a:buClr>
              <a:buSzPts val="1406"/>
              <a:buFont typeface="Arial"/>
              <a:buNone/>
            </a:pPr>
            <a:r>
              <a:rPr b="1" i="1" lang="en" sz="1205" u="none" cap="none" strike="noStrike">
                <a:solidFill>
                  <a:schemeClr val="dk1"/>
                </a:solidFill>
                <a:latin typeface="Lexend"/>
                <a:ea typeface="Lexend"/>
                <a:cs typeface="Lexend"/>
                <a:sym typeface="Lexend"/>
              </a:rPr>
              <a:t>⇒ </a:t>
            </a:r>
            <a:r>
              <a:rPr b="1" i="1" lang="en" sz="1123" u="none" cap="none" strike="noStrike">
                <a:solidFill>
                  <a:srgbClr val="38761D"/>
                </a:solidFill>
                <a:latin typeface="Lexend"/>
                <a:ea typeface="Lexend"/>
                <a:cs typeface="Lexend"/>
                <a:sym typeface="Lexend"/>
              </a:rPr>
              <a:t>low run-time &amp; accuracy </a:t>
            </a:r>
            <a:endParaRPr b="1" i="1" sz="1123" u="none" cap="none" strike="noStrike">
              <a:solidFill>
                <a:srgbClr val="38761D"/>
              </a:solidFill>
              <a:latin typeface="Lexend"/>
              <a:ea typeface="Lexend"/>
              <a:cs typeface="Lexend"/>
              <a:sym typeface="Lexend"/>
            </a:endParaRPr>
          </a:p>
        </p:txBody>
      </p:sp>
      <p:sp>
        <p:nvSpPr>
          <p:cNvPr id="531" name="Google Shape;531;p54"/>
          <p:cNvSpPr txBox="1"/>
          <p:nvPr/>
        </p:nvSpPr>
        <p:spPr>
          <a:xfrm>
            <a:off x="372935" y="615597"/>
            <a:ext cx="2408400" cy="3225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654"/>
              <a:buFont typeface="Arial"/>
              <a:buNone/>
            </a:pPr>
            <a:r>
              <a:rPr b="0" i="0" lang="en" sz="1654" u="none" cap="none" strike="noStrike">
                <a:solidFill>
                  <a:srgbClr val="00205B"/>
                </a:solidFill>
                <a:latin typeface="Lexend ExtraBold"/>
                <a:ea typeface="Lexend ExtraBold"/>
                <a:cs typeface="Lexend ExtraBold"/>
                <a:sym typeface="Lexend ExtraBold"/>
              </a:rPr>
              <a:t>What’s YOLO ? </a:t>
            </a:r>
            <a:endParaRPr b="0" i="0" sz="1654" u="none" cap="none" strike="noStrike">
              <a:solidFill>
                <a:srgbClr val="00205B"/>
              </a:solidFill>
              <a:latin typeface="Lexend ExtraBold"/>
              <a:ea typeface="Lexend ExtraBold"/>
              <a:cs typeface="Lexend ExtraBold"/>
              <a:sym typeface="Lexend ExtraBold"/>
            </a:endParaRPr>
          </a:p>
        </p:txBody>
      </p:sp>
      <p:pic>
        <p:nvPicPr>
          <p:cNvPr id="532" name="Google Shape;532;p54"/>
          <p:cNvPicPr preferRelativeResize="0"/>
          <p:nvPr/>
        </p:nvPicPr>
        <p:blipFill rotWithShape="1">
          <a:blip r:embed="rId3">
            <a:alphaModFix/>
          </a:blip>
          <a:srcRect b="36773" l="25074" r="24452" t="18678"/>
          <a:stretch/>
        </p:blipFill>
        <p:spPr>
          <a:xfrm>
            <a:off x="2570706" y="1870225"/>
            <a:ext cx="2973875" cy="2209800"/>
          </a:xfrm>
          <a:prstGeom prst="rect">
            <a:avLst/>
          </a:prstGeom>
          <a:noFill/>
          <a:ln>
            <a:noFill/>
          </a:ln>
        </p:spPr>
      </p:pic>
      <p:sp>
        <p:nvSpPr>
          <p:cNvPr id="533" name="Google Shape;533;p54"/>
          <p:cNvSpPr txBox="1"/>
          <p:nvPr/>
        </p:nvSpPr>
        <p:spPr>
          <a:xfrm>
            <a:off x="1443650" y="4336850"/>
            <a:ext cx="6992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Lexend"/>
                <a:ea typeface="Lexend"/>
                <a:cs typeface="Lexend"/>
                <a:sym typeface="Lexend"/>
              </a:rPr>
              <a:t>Confidence-score</a:t>
            </a:r>
            <a:r>
              <a:rPr b="0" i="0" lang="en" sz="1500" u="none" cap="none" strike="noStrike">
                <a:solidFill>
                  <a:srgbClr val="000000"/>
                </a:solidFill>
                <a:latin typeface="Lexend Light"/>
                <a:ea typeface="Lexend Light"/>
                <a:cs typeface="Lexend Light"/>
                <a:sym typeface="Lexend Light"/>
              </a:rPr>
              <a:t> = </a:t>
            </a:r>
            <a:r>
              <a:rPr b="0" i="1" lang="en" sz="1500" u="none" cap="none" strike="noStrike">
                <a:solidFill>
                  <a:schemeClr val="dk1"/>
                </a:solidFill>
                <a:latin typeface="Arial"/>
                <a:ea typeface="Arial"/>
                <a:cs typeface="Arial"/>
                <a:sym typeface="Arial"/>
              </a:rPr>
              <a:t>о</a:t>
            </a:r>
            <a:r>
              <a:rPr b="0" i="0" lang="en" sz="1500" u="none" cap="none" strike="noStrike">
                <a:solidFill>
                  <a:schemeClr val="dk1"/>
                </a:solidFill>
                <a:latin typeface="Arial"/>
                <a:ea typeface="Arial"/>
                <a:cs typeface="Arial"/>
                <a:sym typeface="Arial"/>
              </a:rPr>
              <a:t> ✕ 𝑝</a:t>
            </a:r>
            <a:r>
              <a:rPr b="0" baseline="-25000" i="1" lang="en" sz="1500" u="none" cap="none" strike="noStrike">
                <a:solidFill>
                  <a:schemeClr val="dk1"/>
                </a:solidFill>
                <a:latin typeface="Arial"/>
                <a:ea typeface="Arial"/>
                <a:cs typeface="Arial"/>
                <a:sym typeface="Arial"/>
              </a:rPr>
              <a:t>runway</a:t>
            </a:r>
            <a:r>
              <a:rPr b="0" i="1" lang="en" sz="1500" u="none" cap="none" strike="noStrike">
                <a:solidFill>
                  <a:schemeClr val="dk1"/>
                </a:solidFill>
                <a:latin typeface="Arial"/>
                <a:ea typeface="Arial"/>
                <a:cs typeface="Arial"/>
                <a:sym typeface="Arial"/>
              </a:rPr>
              <a:t>​     </a:t>
            </a:r>
            <a:r>
              <a:rPr b="1" i="1" lang="en" sz="1500" u="none" cap="none" strike="noStrike">
                <a:solidFill>
                  <a:srgbClr val="C00000"/>
                </a:solidFill>
                <a:latin typeface="Arial"/>
                <a:ea typeface="Arial"/>
                <a:cs typeface="Arial"/>
                <a:sym typeface="Arial"/>
              </a:rPr>
              <a:t>⇒</a:t>
            </a:r>
            <a:r>
              <a:rPr b="0" i="1" lang="en" sz="1500" u="none" cap="none" strike="noStrike">
                <a:solidFill>
                  <a:schemeClr val="dk1"/>
                </a:solidFill>
                <a:latin typeface="Arial"/>
                <a:ea typeface="Arial"/>
                <a:cs typeface="Arial"/>
                <a:sym typeface="Arial"/>
              </a:rPr>
              <a:t> </a:t>
            </a:r>
            <a:r>
              <a:rPr b="0" i="0" lang="en" sz="1500" u="none" cap="none" strike="noStrike">
                <a:solidFill>
                  <a:srgbClr val="C00000"/>
                </a:solidFill>
                <a:latin typeface="Arial"/>
                <a:ea typeface="Arial"/>
                <a:cs typeface="Arial"/>
                <a:sym typeface="Arial"/>
              </a:rPr>
              <a:t>“</a:t>
            </a:r>
            <a:r>
              <a:rPr b="1" i="0" lang="en" sz="1500" u="none" cap="none" strike="noStrike">
                <a:solidFill>
                  <a:srgbClr val="C00000"/>
                </a:solidFill>
                <a:latin typeface="Lexend"/>
                <a:ea typeface="Lexend"/>
                <a:cs typeface="Lexend"/>
                <a:sym typeface="Lexend"/>
              </a:rPr>
              <a:t>proxy for uncertainty estimation”</a:t>
            </a:r>
            <a:r>
              <a:rPr b="0" i="0" lang="en" sz="1500" u="none" cap="none" strike="noStrike">
                <a:solidFill>
                  <a:srgbClr val="000000"/>
                </a:solidFill>
                <a:latin typeface="Lexend Light"/>
                <a:ea typeface="Lexend Light"/>
                <a:cs typeface="Lexend Light"/>
                <a:sym typeface="Lexend Light"/>
              </a:rPr>
              <a:t> </a:t>
            </a:r>
            <a:endParaRPr b="1" i="0" sz="1500" u="none" cap="none" strike="noStrike">
              <a:solidFill>
                <a:srgbClr val="000000"/>
              </a:solidFill>
              <a:latin typeface="Lexend"/>
              <a:ea typeface="Lexend"/>
              <a:cs typeface="Lexend"/>
              <a:sym typeface="Lexend"/>
            </a:endParaRPr>
          </a:p>
        </p:txBody>
      </p:sp>
      <p:cxnSp>
        <p:nvCxnSpPr>
          <p:cNvPr id="534" name="Google Shape;534;p54"/>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535" name="Google Shape;535;p54"/>
          <p:cNvPicPr preferRelativeResize="0"/>
          <p:nvPr/>
        </p:nvPicPr>
        <p:blipFill rotWithShape="1">
          <a:blip r:embed="rId4">
            <a:alphaModFix/>
          </a:blip>
          <a:srcRect b="0" l="0" r="0" t="0"/>
          <a:stretch/>
        </p:blipFill>
        <p:spPr>
          <a:xfrm>
            <a:off x="8266150" y="91401"/>
            <a:ext cx="703375" cy="351675"/>
          </a:xfrm>
          <a:prstGeom prst="rect">
            <a:avLst/>
          </a:prstGeom>
          <a:noFill/>
          <a:ln>
            <a:noFill/>
          </a:ln>
        </p:spPr>
      </p:pic>
      <p:cxnSp>
        <p:nvCxnSpPr>
          <p:cNvPr id="536" name="Google Shape;536;p54"/>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537" name="Google Shape;537;p54"/>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sp>
        <p:nvSpPr>
          <p:cNvPr id="538" name="Google Shape;538;p54"/>
          <p:cNvSpPr txBox="1"/>
          <p:nvPr/>
        </p:nvSpPr>
        <p:spPr>
          <a:xfrm>
            <a:off x="538250" y="4909200"/>
            <a:ext cx="4946400" cy="1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lang="en" sz="800">
                <a:latin typeface="Lexend ExtraLight"/>
                <a:ea typeface="Lexend ExtraLight"/>
                <a:cs typeface="Lexend ExtraLight"/>
                <a:sym typeface="Lexend ExtraLight"/>
              </a:rPr>
              <a:t>Redmon et Al, </a:t>
            </a:r>
            <a:r>
              <a:rPr lang="en" sz="800">
                <a:solidFill>
                  <a:schemeClr val="dk1"/>
                </a:solidFill>
                <a:latin typeface="Lexend ExtraLight"/>
                <a:ea typeface="Lexend ExtraLight"/>
                <a:cs typeface="Lexend ExtraLight"/>
                <a:sym typeface="Lexend ExtraLight"/>
              </a:rPr>
              <a:t>CVPR </a:t>
            </a:r>
            <a:r>
              <a:rPr lang="en" sz="800">
                <a:latin typeface="Lexend ExtraLight"/>
                <a:ea typeface="Lexend ExtraLight"/>
                <a:cs typeface="Lexend ExtraLight"/>
                <a:sym typeface="Lexend ExtraLight"/>
              </a:rPr>
              <a:t>2016 - Li et al. 2023</a:t>
            </a:r>
            <a:endParaRPr sz="800">
              <a:latin typeface="Lexend ExtraLight"/>
              <a:ea typeface="Lexend ExtraLight"/>
              <a:cs typeface="Lexend ExtraLight"/>
              <a:sym typeface="Lexend ExtraLight"/>
            </a:endParaRPr>
          </a:p>
        </p:txBody>
      </p:sp>
      <p:sp>
        <p:nvSpPr>
          <p:cNvPr id="539" name="Google Shape;539;p54"/>
          <p:cNvSpPr txBox="1"/>
          <p:nvPr/>
        </p:nvSpPr>
        <p:spPr>
          <a:xfrm>
            <a:off x="288425" y="72250"/>
            <a:ext cx="74460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Quick Object D</a:t>
            </a:r>
            <a:r>
              <a:rPr lang="en" sz="1800">
                <a:solidFill>
                  <a:srgbClr val="00205B"/>
                </a:solidFill>
                <a:latin typeface="Lexend Medium"/>
                <a:ea typeface="Lexend Medium"/>
                <a:cs typeface="Lexend Medium"/>
                <a:sym typeface="Lexend Medium"/>
              </a:rPr>
              <a:t>etection</a:t>
            </a:r>
            <a:r>
              <a:rPr lang="en" sz="1800">
                <a:solidFill>
                  <a:srgbClr val="00205B"/>
                </a:solidFill>
                <a:latin typeface="Lexend Medium"/>
                <a:ea typeface="Lexend Medium"/>
                <a:cs typeface="Lexend Medium"/>
                <a:sym typeface="Lexend Medium"/>
              </a:rPr>
              <a:t> Overview</a:t>
            </a:r>
            <a:endParaRPr i="0" sz="1800" u="none" cap="none" strike="noStrike">
              <a:solidFill>
                <a:srgbClr val="00205B"/>
              </a:solidFill>
              <a:latin typeface="Lexend Medium"/>
              <a:ea typeface="Lexend Medium"/>
              <a:cs typeface="Lexend Medium"/>
              <a:sym typeface="Lexend Medium"/>
            </a:endParaRPr>
          </a:p>
        </p:txBody>
      </p:sp>
      <p:sp>
        <p:nvSpPr>
          <p:cNvPr id="540" name="Google Shape;540;p54"/>
          <p:cNvSpPr/>
          <p:nvPr/>
        </p:nvSpPr>
        <p:spPr>
          <a:xfrm>
            <a:off x="4035753" y="3006172"/>
            <a:ext cx="78600" cy="87300"/>
          </a:xfrm>
          <a:prstGeom prst="ellipse">
            <a:avLst/>
          </a:prstGeom>
          <a:solidFill>
            <a:srgbClr val="00FF00"/>
          </a:solidFill>
          <a:ln cap="flat" cmpd="sng" w="8625">
            <a:solidFill>
              <a:schemeClr val="dk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6"/>
          </a:p>
        </p:txBody>
      </p:sp>
      <p:sp>
        <p:nvSpPr>
          <p:cNvPr id="541" name="Google Shape;541;p54"/>
          <p:cNvSpPr txBox="1"/>
          <p:nvPr/>
        </p:nvSpPr>
        <p:spPr>
          <a:xfrm>
            <a:off x="491981" y="2875525"/>
            <a:ext cx="1593600" cy="348600"/>
          </a:xfrm>
          <a:prstGeom prst="rect">
            <a:avLst/>
          </a:prstGeom>
          <a:noFill/>
          <a:ln cap="flat" cmpd="sng" w="19050">
            <a:solidFill>
              <a:srgbClr val="00FF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64">
                <a:solidFill>
                  <a:schemeClr val="dk1"/>
                </a:solidFill>
                <a:latin typeface="Lexend"/>
                <a:ea typeface="Lexend"/>
                <a:cs typeface="Lexend"/>
                <a:sym typeface="Lexend"/>
              </a:rPr>
              <a:t>Relative center (</a:t>
            </a:r>
            <a:r>
              <a:rPr lang="en" sz="1064">
                <a:solidFill>
                  <a:schemeClr val="dk1"/>
                </a:solidFill>
                <a:latin typeface="Lexend"/>
                <a:ea typeface="Lexend"/>
                <a:cs typeface="Lexend"/>
                <a:sym typeface="Lexend"/>
              </a:rPr>
              <a:t>𝑥</a:t>
            </a:r>
            <a:r>
              <a:rPr lang="en" sz="1064">
                <a:solidFill>
                  <a:schemeClr val="dk1"/>
                </a:solidFill>
                <a:latin typeface="Lexend"/>
                <a:ea typeface="Lexend"/>
                <a:cs typeface="Lexend"/>
                <a:sym typeface="Lexend"/>
              </a:rPr>
              <a:t>,</a:t>
            </a:r>
            <a:r>
              <a:rPr lang="en" sz="1064">
                <a:solidFill>
                  <a:schemeClr val="dk1"/>
                </a:solidFill>
                <a:latin typeface="Lexend"/>
                <a:ea typeface="Lexend"/>
                <a:cs typeface="Lexend"/>
                <a:sym typeface="Lexend"/>
              </a:rPr>
              <a:t>𝑦</a:t>
            </a:r>
            <a:r>
              <a:rPr lang="en" sz="1064">
                <a:solidFill>
                  <a:schemeClr val="dk1"/>
                </a:solidFill>
                <a:latin typeface="Lexend"/>
                <a:ea typeface="Lexend"/>
                <a:cs typeface="Lexend"/>
                <a:sym typeface="Lexend"/>
              </a:rPr>
              <a:t>)</a:t>
            </a:r>
            <a:endParaRPr sz="500">
              <a:latin typeface="Lexend"/>
              <a:ea typeface="Lexend"/>
              <a:cs typeface="Lexend"/>
              <a:sym typeface="Lexend"/>
            </a:endParaRPr>
          </a:p>
        </p:txBody>
      </p:sp>
      <p:sp>
        <p:nvSpPr>
          <p:cNvPr id="542" name="Google Shape;542;p54"/>
          <p:cNvSpPr txBox="1"/>
          <p:nvPr/>
        </p:nvSpPr>
        <p:spPr>
          <a:xfrm>
            <a:off x="426431" y="3771075"/>
            <a:ext cx="1775100" cy="3639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964">
                <a:solidFill>
                  <a:schemeClr val="dk1"/>
                </a:solidFill>
                <a:latin typeface="Lexend"/>
                <a:ea typeface="Lexend"/>
                <a:cs typeface="Lexend"/>
                <a:sym typeface="Lexend"/>
              </a:rPr>
              <a:t>Width and Height</a:t>
            </a:r>
            <a:r>
              <a:rPr lang="en" sz="964">
                <a:solidFill>
                  <a:schemeClr val="dk1"/>
                </a:solidFill>
                <a:latin typeface="Lexend"/>
                <a:ea typeface="Lexend"/>
                <a:cs typeface="Lexend"/>
                <a:sym typeface="Lexend"/>
              </a:rPr>
              <a:t> (</a:t>
            </a:r>
            <a:r>
              <a:rPr lang="en" sz="1164">
                <a:solidFill>
                  <a:schemeClr val="dk1"/>
                </a:solidFill>
              </a:rPr>
              <a:t>𝑤</a:t>
            </a:r>
            <a:r>
              <a:rPr lang="en" sz="964">
                <a:solidFill>
                  <a:schemeClr val="dk1"/>
                </a:solidFill>
                <a:latin typeface="Lexend"/>
                <a:ea typeface="Lexend"/>
                <a:cs typeface="Lexend"/>
                <a:sym typeface="Lexend"/>
              </a:rPr>
              <a:t>,</a:t>
            </a:r>
            <a:r>
              <a:rPr lang="en" sz="1064">
                <a:solidFill>
                  <a:schemeClr val="dk1"/>
                </a:solidFill>
              </a:rPr>
              <a:t>𝒽</a:t>
            </a:r>
            <a:r>
              <a:rPr lang="en" sz="964">
                <a:solidFill>
                  <a:schemeClr val="dk1"/>
                </a:solidFill>
                <a:latin typeface="Lexend"/>
                <a:ea typeface="Lexend"/>
                <a:cs typeface="Lexend"/>
                <a:sym typeface="Lexend"/>
              </a:rPr>
              <a:t>)</a:t>
            </a:r>
            <a:endParaRPr sz="400">
              <a:latin typeface="Lexend"/>
              <a:ea typeface="Lexend"/>
              <a:cs typeface="Lexend"/>
              <a:sym typeface="Lexend"/>
            </a:endParaRPr>
          </a:p>
        </p:txBody>
      </p:sp>
      <p:sp>
        <p:nvSpPr>
          <p:cNvPr id="543" name="Google Shape;543;p54"/>
          <p:cNvSpPr/>
          <p:nvPr/>
        </p:nvSpPr>
        <p:spPr>
          <a:xfrm>
            <a:off x="4250834" y="3688791"/>
            <a:ext cx="720300" cy="174000"/>
          </a:xfrm>
          <a:prstGeom prst="rect">
            <a:avLst/>
          </a:prstGeom>
          <a:solidFill>
            <a:srgbClr val="035DEF">
              <a:alpha val="47470"/>
            </a:srgbClr>
          </a:solidFill>
          <a:ln cap="flat" cmpd="sng" w="10250">
            <a:solidFill>
              <a:srgbClr val="035DEF"/>
            </a:solidFill>
            <a:prstDash val="solid"/>
            <a:round/>
            <a:headEnd len="sm" w="sm" type="none"/>
            <a:tailEnd len="sm" w="sm" type="none"/>
          </a:ln>
        </p:spPr>
        <p:txBody>
          <a:bodyPr anchorCtr="0" anchor="ctr" bIns="98250" lIns="98250" spcFirstLastPara="1" rIns="98250" wrap="square" tIns="98250">
            <a:noAutofit/>
          </a:bodyPr>
          <a:lstStyle/>
          <a:p>
            <a:pPr indent="0" lvl="0" marL="0" rtl="0" algn="ctr">
              <a:spcBef>
                <a:spcPts val="0"/>
              </a:spcBef>
              <a:spcAft>
                <a:spcPts val="0"/>
              </a:spcAft>
              <a:buClr>
                <a:schemeClr val="dk1"/>
              </a:buClr>
              <a:buSzPts val="1964"/>
              <a:buFont typeface="Arial"/>
              <a:buNone/>
            </a:pPr>
            <a:r>
              <a:rPr i="1" lang="en" sz="1036">
                <a:solidFill>
                  <a:schemeClr val="lt1"/>
                </a:solidFill>
              </a:rPr>
              <a:t>о</a:t>
            </a:r>
            <a:r>
              <a:rPr lang="en" sz="1036">
                <a:solidFill>
                  <a:schemeClr val="lt1"/>
                </a:solidFill>
              </a:rPr>
              <a:t>,</a:t>
            </a:r>
            <a:r>
              <a:rPr lang="en" sz="107">
                <a:solidFill>
                  <a:schemeClr val="lt1"/>
                </a:solidFill>
              </a:rPr>
              <a:t> </a:t>
            </a:r>
            <a:r>
              <a:rPr lang="en" sz="1036">
                <a:solidFill>
                  <a:schemeClr val="lt1"/>
                </a:solidFill>
              </a:rPr>
              <a:t>𝑝</a:t>
            </a:r>
            <a:r>
              <a:rPr baseline="-25000" i="1" lang="en" sz="1036">
                <a:solidFill>
                  <a:schemeClr val="lt1"/>
                </a:solidFill>
              </a:rPr>
              <a:t>runway</a:t>
            </a:r>
            <a:endParaRPr sz="429">
              <a:solidFill>
                <a:schemeClr val="lt1"/>
              </a:solidFill>
            </a:endParaRPr>
          </a:p>
        </p:txBody>
      </p:sp>
      <p:cxnSp>
        <p:nvCxnSpPr>
          <p:cNvPr id="544" name="Google Shape;544;p54"/>
          <p:cNvCxnSpPr>
            <a:stCxn id="541" idx="3"/>
            <a:endCxn id="540" idx="2"/>
          </p:cNvCxnSpPr>
          <p:nvPr/>
        </p:nvCxnSpPr>
        <p:spPr>
          <a:xfrm>
            <a:off x="2085581" y="3049825"/>
            <a:ext cx="1950300" cy="0"/>
          </a:xfrm>
          <a:prstGeom prst="straightConnector1">
            <a:avLst/>
          </a:prstGeom>
          <a:noFill/>
          <a:ln cap="flat" cmpd="sng" w="9525">
            <a:solidFill>
              <a:srgbClr val="00FF00"/>
            </a:solidFill>
            <a:prstDash val="solid"/>
            <a:round/>
            <a:headEnd len="med" w="med" type="none"/>
            <a:tailEnd len="med" w="med" type="stealth"/>
          </a:ln>
        </p:spPr>
      </p:cxnSp>
      <p:cxnSp>
        <p:nvCxnSpPr>
          <p:cNvPr id="545" name="Google Shape;545;p54"/>
          <p:cNvCxnSpPr>
            <a:stCxn id="542" idx="3"/>
          </p:cNvCxnSpPr>
          <p:nvPr/>
        </p:nvCxnSpPr>
        <p:spPr>
          <a:xfrm flipH="1" rot="10800000">
            <a:off x="2201531" y="3674925"/>
            <a:ext cx="1263900" cy="278100"/>
          </a:xfrm>
          <a:prstGeom prst="straightConnector1">
            <a:avLst/>
          </a:prstGeom>
          <a:noFill/>
          <a:ln cap="flat" cmpd="sng" w="9525">
            <a:solidFill>
              <a:srgbClr val="4A86E8"/>
            </a:solidFill>
            <a:prstDash val="solid"/>
            <a:round/>
            <a:headEnd len="med" w="med" type="none"/>
            <a:tailEnd len="med" w="med" type="stealth"/>
          </a:ln>
        </p:spPr>
      </p:cxnSp>
      <p:cxnSp>
        <p:nvCxnSpPr>
          <p:cNvPr id="546" name="Google Shape;546;p54"/>
          <p:cNvCxnSpPr>
            <a:stCxn id="542" idx="3"/>
          </p:cNvCxnSpPr>
          <p:nvPr/>
        </p:nvCxnSpPr>
        <p:spPr>
          <a:xfrm flipH="1" rot="10800000">
            <a:off x="2201531" y="3247125"/>
            <a:ext cx="1001700" cy="705900"/>
          </a:xfrm>
          <a:prstGeom prst="straightConnector1">
            <a:avLst/>
          </a:prstGeom>
          <a:noFill/>
          <a:ln cap="flat" cmpd="sng" w="9525">
            <a:solidFill>
              <a:srgbClr val="4A86E8"/>
            </a:solidFill>
            <a:prstDash val="solid"/>
            <a:round/>
            <a:headEnd len="med" w="med" type="none"/>
            <a:tailEnd len="med" w="med" type="stealth"/>
          </a:ln>
        </p:spPr>
      </p:cxnSp>
      <p:sp>
        <p:nvSpPr>
          <p:cNvPr id="547" name="Google Shape;547;p54"/>
          <p:cNvSpPr txBox="1"/>
          <p:nvPr/>
        </p:nvSpPr>
        <p:spPr>
          <a:xfrm>
            <a:off x="5840325" y="2199600"/>
            <a:ext cx="3001500" cy="729000"/>
          </a:xfrm>
          <a:prstGeom prst="rect">
            <a:avLst/>
          </a:prstGeom>
          <a:noFill/>
          <a:ln cap="flat" cmpd="sng" w="19050">
            <a:solidFill>
              <a:srgbClr val="035DE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i="1" lang="en" sz="1036">
                <a:solidFill>
                  <a:schemeClr val="dk1"/>
                </a:solidFill>
                <a:latin typeface="Lexend"/>
                <a:ea typeface="Lexend"/>
                <a:cs typeface="Lexend"/>
                <a:sym typeface="Lexend"/>
              </a:rPr>
              <a:t>О</a:t>
            </a:r>
            <a:r>
              <a:rPr i="1" lang="en" sz="1036">
                <a:solidFill>
                  <a:schemeClr val="dk1"/>
                </a:solidFill>
                <a:latin typeface="Lexend"/>
                <a:ea typeface="Lexend"/>
                <a:cs typeface="Lexend"/>
                <a:sym typeface="Lexend"/>
              </a:rPr>
              <a:t> = </a:t>
            </a:r>
            <a:r>
              <a:rPr lang="en" sz="1036">
                <a:solidFill>
                  <a:schemeClr val="dk1"/>
                </a:solidFill>
                <a:latin typeface="Lexend"/>
                <a:ea typeface="Lexend"/>
                <a:cs typeface="Lexend"/>
                <a:sym typeface="Lexend"/>
              </a:rPr>
              <a:t>Objectness Score </a:t>
            </a:r>
            <a:r>
              <a:rPr b="1" i="1" lang="en" sz="1036">
                <a:solidFill>
                  <a:schemeClr val="dk1"/>
                </a:solidFill>
                <a:latin typeface="Lexend"/>
                <a:ea typeface="Lexend"/>
                <a:cs typeface="Lexend"/>
                <a:sym typeface="Lexend"/>
              </a:rPr>
              <a:t>"Is there something here?" score </a:t>
            </a:r>
            <a:r>
              <a:rPr i="1" lang="en" sz="1036">
                <a:solidFill>
                  <a:schemeClr val="dk1"/>
                </a:solidFill>
                <a:latin typeface="Lexend"/>
                <a:ea typeface="Lexend"/>
                <a:cs typeface="Lexend"/>
                <a:sym typeface="Lexend"/>
              </a:rPr>
              <a:t>- </a:t>
            </a:r>
            <a:r>
              <a:rPr lang="en" sz="936">
                <a:solidFill>
                  <a:schemeClr val="dk1"/>
                </a:solidFill>
                <a:latin typeface="Lexend"/>
                <a:ea typeface="Lexend"/>
                <a:cs typeface="Lexend"/>
                <a:sym typeface="Lexend"/>
              </a:rPr>
              <a:t>Used to quickly filter out background areas.</a:t>
            </a:r>
            <a:r>
              <a:rPr lang="en" sz="964">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ctr">
              <a:spcBef>
                <a:spcPts val="0"/>
              </a:spcBef>
              <a:spcAft>
                <a:spcPts val="0"/>
              </a:spcAft>
              <a:buNone/>
            </a:pPr>
            <a:r>
              <a:t/>
            </a:r>
            <a:endParaRPr sz="500">
              <a:solidFill>
                <a:schemeClr val="dk1"/>
              </a:solidFill>
              <a:latin typeface="Lexend"/>
              <a:ea typeface="Lexend"/>
              <a:cs typeface="Lexend"/>
              <a:sym typeface="Lexend"/>
            </a:endParaRPr>
          </a:p>
        </p:txBody>
      </p:sp>
      <p:sp>
        <p:nvSpPr>
          <p:cNvPr id="548" name="Google Shape;548;p54"/>
          <p:cNvSpPr txBox="1"/>
          <p:nvPr/>
        </p:nvSpPr>
        <p:spPr>
          <a:xfrm>
            <a:off x="5840325" y="3268225"/>
            <a:ext cx="3001500" cy="786300"/>
          </a:xfrm>
          <a:prstGeom prst="rect">
            <a:avLst/>
          </a:prstGeom>
          <a:noFill/>
          <a:ln cap="flat" cmpd="sng" w="19050">
            <a:solidFill>
              <a:srgbClr val="035DE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36">
                <a:solidFill>
                  <a:schemeClr val="dk1"/>
                </a:solidFill>
              </a:rPr>
              <a:t>𝑝</a:t>
            </a:r>
            <a:r>
              <a:rPr baseline="-25000" i="1" lang="en" sz="1336">
                <a:solidFill>
                  <a:schemeClr val="dk1"/>
                </a:solidFill>
              </a:rPr>
              <a:t>runway</a:t>
            </a:r>
            <a:r>
              <a:rPr i="1" lang="en" sz="1036">
                <a:solidFill>
                  <a:schemeClr val="dk1"/>
                </a:solidFill>
                <a:latin typeface="Lexend"/>
                <a:ea typeface="Lexend"/>
                <a:cs typeface="Lexend"/>
                <a:sym typeface="Lexend"/>
              </a:rPr>
              <a:t>= </a:t>
            </a:r>
            <a:r>
              <a:rPr lang="en" sz="1036">
                <a:solidFill>
                  <a:schemeClr val="dk1"/>
                </a:solidFill>
                <a:latin typeface="Lexend"/>
                <a:ea typeface="Lexend"/>
                <a:cs typeface="Lexend"/>
                <a:sym typeface="Lexend"/>
              </a:rPr>
              <a:t>Class Probability </a:t>
            </a:r>
            <a:r>
              <a:rPr b="1" i="1" lang="en" sz="1036">
                <a:solidFill>
                  <a:schemeClr val="dk1"/>
                </a:solidFill>
                <a:latin typeface="Lexend"/>
                <a:ea typeface="Lexend"/>
                <a:cs typeface="Lexend"/>
                <a:sym typeface="Lexend"/>
              </a:rPr>
              <a:t>"What is it?" score </a:t>
            </a:r>
            <a:r>
              <a:rPr lang="en" sz="1036">
                <a:solidFill>
                  <a:schemeClr val="dk1"/>
                </a:solidFill>
                <a:latin typeface="Lexend"/>
                <a:ea typeface="Lexend"/>
                <a:cs typeface="Lexend"/>
                <a:sym typeface="Lexend"/>
              </a:rPr>
              <a:t>that represents the probability of the object belonging to a particular class.</a:t>
            </a:r>
            <a:endParaRPr sz="400">
              <a:solidFill>
                <a:schemeClr val="dk1"/>
              </a:solidFill>
              <a:latin typeface="Lexend"/>
              <a:ea typeface="Lexend"/>
              <a:cs typeface="Lexend"/>
              <a:sym typeface="Lexend"/>
            </a:endParaRPr>
          </a:p>
          <a:p>
            <a:pPr indent="0" lvl="0" marL="0" rtl="0" algn="ctr">
              <a:spcBef>
                <a:spcPts val="0"/>
              </a:spcBef>
              <a:spcAft>
                <a:spcPts val="0"/>
              </a:spcAft>
              <a:buNone/>
            </a:pPr>
            <a:r>
              <a:t/>
            </a:r>
            <a:endParaRPr sz="500">
              <a:solidFill>
                <a:schemeClr val="dk1"/>
              </a:solidFill>
              <a:latin typeface="Lexend"/>
              <a:ea typeface="Lexend"/>
              <a:cs typeface="Lexend"/>
              <a:sym typeface="Lexend"/>
            </a:endParaRPr>
          </a:p>
        </p:txBody>
      </p:sp>
      <p:cxnSp>
        <p:nvCxnSpPr>
          <p:cNvPr id="549" name="Google Shape;549;p54"/>
          <p:cNvCxnSpPr>
            <a:stCxn id="547" idx="1"/>
          </p:cNvCxnSpPr>
          <p:nvPr/>
        </p:nvCxnSpPr>
        <p:spPr>
          <a:xfrm flipH="1">
            <a:off x="4436625" y="2564100"/>
            <a:ext cx="1403700" cy="1120500"/>
          </a:xfrm>
          <a:prstGeom prst="straightConnector1">
            <a:avLst/>
          </a:prstGeom>
          <a:noFill/>
          <a:ln cap="flat" cmpd="sng" w="9525">
            <a:solidFill>
              <a:srgbClr val="A4C2F4"/>
            </a:solidFill>
            <a:prstDash val="solid"/>
            <a:round/>
            <a:headEnd len="med" w="med" type="none"/>
            <a:tailEnd len="med" w="med" type="stealth"/>
          </a:ln>
        </p:spPr>
      </p:cxnSp>
      <p:cxnSp>
        <p:nvCxnSpPr>
          <p:cNvPr id="550" name="Google Shape;550;p54"/>
          <p:cNvCxnSpPr>
            <a:endCxn id="543" idx="3"/>
          </p:cNvCxnSpPr>
          <p:nvPr/>
        </p:nvCxnSpPr>
        <p:spPr>
          <a:xfrm flipH="1">
            <a:off x="4971134" y="3661491"/>
            <a:ext cx="869100" cy="114300"/>
          </a:xfrm>
          <a:prstGeom prst="straightConnector1">
            <a:avLst/>
          </a:prstGeom>
          <a:noFill/>
          <a:ln cap="flat" cmpd="sng" w="9525">
            <a:solidFill>
              <a:srgbClr val="A4C2F4"/>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5"/>
          <p:cNvSpPr txBox="1"/>
          <p:nvPr/>
        </p:nvSpPr>
        <p:spPr>
          <a:xfrm>
            <a:off x="288425" y="72250"/>
            <a:ext cx="63795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i="0" lang="en" sz="1700" u="none" cap="none" strike="noStrike">
                <a:solidFill>
                  <a:srgbClr val="00205B"/>
                </a:solidFill>
                <a:latin typeface="Lexend Medium"/>
                <a:ea typeface="Lexend Medium"/>
                <a:cs typeface="Lexend Medium"/>
                <a:sym typeface="Lexend Medium"/>
              </a:rPr>
              <a:t>How to evaluate ONE box prediction: What’s IoU &amp; IoA ? </a:t>
            </a:r>
            <a:endParaRPr i="0" sz="1700" u="none" cap="none" strike="noStrike">
              <a:solidFill>
                <a:srgbClr val="00205B"/>
              </a:solidFill>
              <a:latin typeface="Lexend Medium"/>
              <a:ea typeface="Lexend Medium"/>
              <a:cs typeface="Lexend Medium"/>
              <a:sym typeface="Lexend Medium"/>
            </a:endParaRPr>
          </a:p>
        </p:txBody>
      </p:sp>
      <p:pic>
        <p:nvPicPr>
          <p:cNvPr id="556" name="Google Shape;556;p55"/>
          <p:cNvPicPr preferRelativeResize="0"/>
          <p:nvPr/>
        </p:nvPicPr>
        <p:blipFill rotWithShape="1">
          <a:blip r:embed="rId3">
            <a:alphaModFix/>
          </a:blip>
          <a:srcRect b="0" l="0" r="0" t="25506"/>
          <a:stretch/>
        </p:blipFill>
        <p:spPr>
          <a:xfrm>
            <a:off x="1662380" y="912800"/>
            <a:ext cx="1423918" cy="1466079"/>
          </a:xfrm>
          <a:prstGeom prst="rect">
            <a:avLst/>
          </a:prstGeom>
          <a:noFill/>
          <a:ln>
            <a:noFill/>
          </a:ln>
        </p:spPr>
      </p:pic>
      <p:pic>
        <p:nvPicPr>
          <p:cNvPr id="557" name="Google Shape;557;p55"/>
          <p:cNvPicPr preferRelativeResize="0"/>
          <p:nvPr/>
        </p:nvPicPr>
        <p:blipFill rotWithShape="1">
          <a:blip r:embed="rId3">
            <a:alphaModFix/>
          </a:blip>
          <a:srcRect b="0" l="0" r="0" t="25506"/>
          <a:stretch/>
        </p:blipFill>
        <p:spPr>
          <a:xfrm>
            <a:off x="3949161" y="946390"/>
            <a:ext cx="1423919" cy="1466079"/>
          </a:xfrm>
          <a:prstGeom prst="rect">
            <a:avLst/>
          </a:prstGeom>
          <a:noFill/>
          <a:ln>
            <a:noFill/>
          </a:ln>
        </p:spPr>
      </p:pic>
      <p:sp>
        <p:nvSpPr>
          <p:cNvPr id="558" name="Google Shape;558;p55"/>
          <p:cNvSpPr/>
          <p:nvPr/>
        </p:nvSpPr>
        <p:spPr>
          <a:xfrm>
            <a:off x="1953819" y="1156906"/>
            <a:ext cx="840900" cy="718200"/>
          </a:xfrm>
          <a:prstGeom prst="rect">
            <a:avLst/>
          </a:prstGeom>
          <a:noFill/>
          <a:ln cap="flat" cmpd="sng" w="17350">
            <a:solidFill>
              <a:srgbClr val="C00000"/>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59" name="Google Shape;559;p55"/>
          <p:cNvSpPr/>
          <p:nvPr/>
        </p:nvSpPr>
        <p:spPr>
          <a:xfrm>
            <a:off x="1883246" y="1202253"/>
            <a:ext cx="968700" cy="718200"/>
          </a:xfrm>
          <a:prstGeom prst="rect">
            <a:avLst/>
          </a:prstGeom>
          <a:noFill/>
          <a:ln cap="flat" cmpd="sng" w="17350">
            <a:solidFill>
              <a:srgbClr val="00FFFF"/>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60" name="Google Shape;560;p55"/>
          <p:cNvSpPr/>
          <p:nvPr/>
        </p:nvSpPr>
        <p:spPr>
          <a:xfrm>
            <a:off x="4233819" y="1166290"/>
            <a:ext cx="840900" cy="718200"/>
          </a:xfrm>
          <a:prstGeom prst="rect">
            <a:avLst/>
          </a:prstGeom>
          <a:noFill/>
          <a:ln cap="flat" cmpd="sng" w="17350">
            <a:solidFill>
              <a:srgbClr val="C00000"/>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61" name="Google Shape;561;p55"/>
          <p:cNvSpPr/>
          <p:nvPr/>
        </p:nvSpPr>
        <p:spPr>
          <a:xfrm>
            <a:off x="4111684" y="1533758"/>
            <a:ext cx="743100" cy="510000"/>
          </a:xfrm>
          <a:prstGeom prst="rect">
            <a:avLst/>
          </a:prstGeom>
          <a:noFill/>
          <a:ln cap="flat" cmpd="sng" w="17350">
            <a:solidFill>
              <a:srgbClr val="00FFFF"/>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62" name="Google Shape;562;p55"/>
          <p:cNvSpPr txBox="1"/>
          <p:nvPr/>
        </p:nvSpPr>
        <p:spPr>
          <a:xfrm>
            <a:off x="1596767" y="2369239"/>
            <a:ext cx="686100" cy="579300"/>
          </a:xfrm>
          <a:prstGeom prst="rect">
            <a:avLst/>
          </a:prstGeom>
          <a:noFill/>
          <a:ln>
            <a:noFill/>
          </a:ln>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2822"/>
              <a:buFont typeface="Arial"/>
              <a:buNone/>
            </a:pPr>
            <a:r>
              <a:rPr b="0" i="0" lang="en" sz="2822" u="none" cap="none" strike="noStrike">
                <a:solidFill>
                  <a:schemeClr val="dk2"/>
                </a:solidFill>
                <a:latin typeface="Arial"/>
                <a:ea typeface="Arial"/>
                <a:cs typeface="Arial"/>
                <a:sym typeface="Arial"/>
              </a:rPr>
              <a:t>😀</a:t>
            </a:r>
            <a:endParaRPr b="0" i="0" sz="2822" u="none" cap="none" strike="noStrike">
              <a:solidFill>
                <a:schemeClr val="dk2"/>
              </a:solidFill>
              <a:latin typeface="Arial"/>
              <a:ea typeface="Arial"/>
              <a:cs typeface="Arial"/>
              <a:sym typeface="Arial"/>
            </a:endParaRPr>
          </a:p>
        </p:txBody>
      </p:sp>
      <p:sp>
        <p:nvSpPr>
          <p:cNvPr id="563" name="Google Shape;563;p55"/>
          <p:cNvSpPr txBox="1"/>
          <p:nvPr/>
        </p:nvSpPr>
        <p:spPr>
          <a:xfrm>
            <a:off x="3811746" y="2429217"/>
            <a:ext cx="555300" cy="555600"/>
          </a:xfrm>
          <a:prstGeom prst="rect">
            <a:avLst/>
          </a:prstGeom>
          <a:noFill/>
          <a:ln>
            <a:noFill/>
          </a:ln>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2640"/>
              <a:buFont typeface="Arial"/>
              <a:buNone/>
            </a:pPr>
            <a:r>
              <a:rPr b="0" i="0" lang="en" sz="2640" u="none" cap="none" strike="noStrike">
                <a:solidFill>
                  <a:schemeClr val="dk2"/>
                </a:solidFill>
                <a:latin typeface="Arial"/>
                <a:ea typeface="Arial"/>
                <a:cs typeface="Arial"/>
                <a:sym typeface="Arial"/>
              </a:rPr>
              <a:t>😡</a:t>
            </a:r>
            <a:endParaRPr b="0" i="0" sz="2640" u="none" cap="none" strike="noStrike">
              <a:solidFill>
                <a:schemeClr val="dk2"/>
              </a:solidFill>
              <a:latin typeface="Arial"/>
              <a:ea typeface="Arial"/>
              <a:cs typeface="Arial"/>
              <a:sym typeface="Arial"/>
            </a:endParaRPr>
          </a:p>
        </p:txBody>
      </p:sp>
      <p:pic>
        <p:nvPicPr>
          <p:cNvPr id="564" name="Google Shape;564;p55"/>
          <p:cNvPicPr preferRelativeResize="0"/>
          <p:nvPr/>
        </p:nvPicPr>
        <p:blipFill rotWithShape="1">
          <a:blip r:embed="rId3">
            <a:alphaModFix/>
          </a:blip>
          <a:srcRect b="0" l="0" r="0" t="25506"/>
          <a:stretch/>
        </p:blipFill>
        <p:spPr>
          <a:xfrm>
            <a:off x="6336047" y="946396"/>
            <a:ext cx="1423919" cy="1466079"/>
          </a:xfrm>
          <a:prstGeom prst="rect">
            <a:avLst/>
          </a:prstGeom>
          <a:noFill/>
          <a:ln>
            <a:noFill/>
          </a:ln>
        </p:spPr>
      </p:pic>
      <p:sp>
        <p:nvSpPr>
          <p:cNvPr id="565" name="Google Shape;565;p55"/>
          <p:cNvSpPr/>
          <p:nvPr/>
        </p:nvSpPr>
        <p:spPr>
          <a:xfrm>
            <a:off x="6627486" y="1190503"/>
            <a:ext cx="840900" cy="718200"/>
          </a:xfrm>
          <a:prstGeom prst="rect">
            <a:avLst/>
          </a:prstGeom>
          <a:noFill/>
          <a:ln cap="flat" cmpd="sng" w="17350">
            <a:solidFill>
              <a:srgbClr val="C00000"/>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66" name="Google Shape;566;p55"/>
          <p:cNvSpPr/>
          <p:nvPr/>
        </p:nvSpPr>
        <p:spPr>
          <a:xfrm>
            <a:off x="6556915" y="1112287"/>
            <a:ext cx="1002900" cy="841500"/>
          </a:xfrm>
          <a:prstGeom prst="rect">
            <a:avLst/>
          </a:prstGeom>
          <a:noFill/>
          <a:ln cap="flat" cmpd="sng" w="17350">
            <a:solidFill>
              <a:srgbClr val="00FFFF"/>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67" name="Google Shape;567;p55"/>
          <p:cNvSpPr txBox="1"/>
          <p:nvPr/>
        </p:nvSpPr>
        <p:spPr>
          <a:xfrm>
            <a:off x="6235928" y="2373063"/>
            <a:ext cx="572100" cy="555600"/>
          </a:xfrm>
          <a:prstGeom prst="rect">
            <a:avLst/>
          </a:prstGeom>
          <a:noFill/>
          <a:ln>
            <a:noFill/>
          </a:ln>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2640"/>
              <a:buFont typeface="Arial"/>
              <a:buNone/>
            </a:pPr>
            <a:r>
              <a:rPr b="0" i="0" lang="en" sz="2640" u="none" cap="none" strike="noStrike">
                <a:solidFill>
                  <a:schemeClr val="dk2"/>
                </a:solidFill>
                <a:latin typeface="Arial"/>
                <a:ea typeface="Arial"/>
                <a:cs typeface="Arial"/>
                <a:sym typeface="Arial"/>
              </a:rPr>
              <a:t>😀</a:t>
            </a:r>
            <a:endParaRPr b="0" i="0" sz="2640" u="none" cap="none" strike="noStrike">
              <a:solidFill>
                <a:schemeClr val="dk2"/>
              </a:solidFill>
              <a:latin typeface="Arial"/>
              <a:ea typeface="Arial"/>
              <a:cs typeface="Arial"/>
              <a:sym typeface="Arial"/>
            </a:endParaRPr>
          </a:p>
        </p:txBody>
      </p:sp>
      <p:sp>
        <p:nvSpPr>
          <p:cNvPr id="568" name="Google Shape;568;p55"/>
          <p:cNvSpPr txBox="1"/>
          <p:nvPr/>
        </p:nvSpPr>
        <p:spPr>
          <a:xfrm>
            <a:off x="2068347" y="2462575"/>
            <a:ext cx="1155900" cy="320100"/>
          </a:xfrm>
          <a:prstGeom prst="rect">
            <a:avLst/>
          </a:prstGeom>
          <a:noFill/>
          <a:ln>
            <a:noFill/>
          </a:ln>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1275"/>
              <a:buFont typeface="Arial"/>
              <a:buNone/>
            </a:pPr>
            <a:r>
              <a:rPr b="1" i="0" lang="en" sz="1274" u="none" cap="none" strike="noStrike">
                <a:solidFill>
                  <a:schemeClr val="dk1"/>
                </a:solidFill>
                <a:latin typeface="Lexend"/>
                <a:ea typeface="Lexend"/>
                <a:cs typeface="Lexend"/>
                <a:sym typeface="Lexend"/>
              </a:rPr>
              <a:t>Good IoU !</a:t>
            </a:r>
            <a:endParaRPr b="1" i="0" sz="1274" u="none" cap="none" strike="noStrike">
              <a:solidFill>
                <a:schemeClr val="dk1"/>
              </a:solidFill>
              <a:latin typeface="Lexend"/>
              <a:ea typeface="Lexend"/>
              <a:cs typeface="Lexend"/>
              <a:sym typeface="Lexend"/>
            </a:endParaRPr>
          </a:p>
        </p:txBody>
      </p:sp>
      <p:sp>
        <p:nvSpPr>
          <p:cNvPr id="569" name="Google Shape;569;p55"/>
          <p:cNvSpPr txBox="1"/>
          <p:nvPr/>
        </p:nvSpPr>
        <p:spPr>
          <a:xfrm>
            <a:off x="4199494" y="2417335"/>
            <a:ext cx="1308900" cy="579300"/>
          </a:xfrm>
          <a:prstGeom prst="rect">
            <a:avLst/>
          </a:prstGeom>
          <a:noFill/>
          <a:ln>
            <a:noFill/>
          </a:ln>
        </p:spPr>
        <p:txBody>
          <a:bodyPr anchorCtr="0" anchor="t"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rPr b="1" i="0" lang="en" sz="1274" u="none" cap="none" strike="noStrike">
                <a:solidFill>
                  <a:schemeClr val="dk1"/>
                </a:solidFill>
                <a:latin typeface="Lexend"/>
                <a:ea typeface="Lexend"/>
                <a:cs typeface="Lexend"/>
                <a:sym typeface="Lexend"/>
              </a:rPr>
              <a:t>Bad IoU and IoA !</a:t>
            </a:r>
            <a:endParaRPr b="1" i="0" sz="1274" u="none" cap="none" strike="noStrike">
              <a:solidFill>
                <a:schemeClr val="dk1"/>
              </a:solidFill>
              <a:latin typeface="Lexend"/>
              <a:ea typeface="Lexend"/>
              <a:cs typeface="Lexend"/>
              <a:sym typeface="Lexend"/>
            </a:endParaRPr>
          </a:p>
        </p:txBody>
      </p:sp>
      <p:sp>
        <p:nvSpPr>
          <p:cNvPr id="570" name="Google Shape;570;p55"/>
          <p:cNvSpPr txBox="1"/>
          <p:nvPr/>
        </p:nvSpPr>
        <p:spPr>
          <a:xfrm>
            <a:off x="6759701" y="2490697"/>
            <a:ext cx="1072800" cy="355200"/>
          </a:xfrm>
          <a:prstGeom prst="rect">
            <a:avLst/>
          </a:prstGeom>
          <a:noFill/>
          <a:ln>
            <a:noFill/>
          </a:ln>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1275"/>
              <a:buFont typeface="Arial"/>
              <a:buNone/>
            </a:pPr>
            <a:r>
              <a:rPr b="1" i="0" lang="en" sz="1274" u="none" cap="none" strike="noStrike">
                <a:solidFill>
                  <a:schemeClr val="dk1"/>
                </a:solidFill>
                <a:latin typeface="Lexend"/>
                <a:ea typeface="Lexend"/>
                <a:cs typeface="Lexend"/>
                <a:sym typeface="Lexend"/>
              </a:rPr>
              <a:t>Good IoA !</a:t>
            </a:r>
            <a:endParaRPr b="1" i="0" sz="1274" u="none" cap="none" strike="noStrike">
              <a:solidFill>
                <a:schemeClr val="dk1"/>
              </a:solidFill>
              <a:latin typeface="Lexend"/>
              <a:ea typeface="Lexend"/>
              <a:cs typeface="Lexend"/>
              <a:sym typeface="Lexend"/>
            </a:endParaRPr>
          </a:p>
        </p:txBody>
      </p:sp>
      <p:cxnSp>
        <p:nvCxnSpPr>
          <p:cNvPr id="571" name="Google Shape;571;p55"/>
          <p:cNvCxnSpPr/>
          <p:nvPr/>
        </p:nvCxnSpPr>
        <p:spPr>
          <a:xfrm>
            <a:off x="791100" y="3774866"/>
            <a:ext cx="1980600" cy="11400"/>
          </a:xfrm>
          <a:prstGeom prst="straightConnector1">
            <a:avLst/>
          </a:prstGeom>
          <a:noFill/>
          <a:ln cap="flat" cmpd="sng" w="17350">
            <a:solidFill>
              <a:schemeClr val="dk2"/>
            </a:solidFill>
            <a:prstDash val="solid"/>
            <a:round/>
            <a:headEnd len="sm" w="sm" type="none"/>
            <a:tailEnd len="sm" w="sm" type="none"/>
          </a:ln>
          <a:effectLst>
            <a:outerShdw blurRad="52034" rotWithShape="0" algn="bl" dir="5400000" dist="17345">
              <a:srgbClr val="000000">
                <a:alpha val="49411"/>
              </a:srgbClr>
            </a:outerShdw>
          </a:effectLst>
        </p:spPr>
      </p:cxnSp>
      <p:sp>
        <p:nvSpPr>
          <p:cNvPr id="572" name="Google Shape;572;p55"/>
          <p:cNvSpPr/>
          <p:nvPr/>
        </p:nvSpPr>
        <p:spPr>
          <a:xfrm>
            <a:off x="1480505" y="3874368"/>
            <a:ext cx="378300" cy="426000"/>
          </a:xfrm>
          <a:prstGeom prst="rect">
            <a:avLst/>
          </a:prstGeom>
          <a:solidFill>
            <a:srgbClr val="1B8F0B"/>
          </a:solidFill>
          <a:ln cap="flat" cmpd="sng" w="17350">
            <a:solidFill>
              <a:srgbClr val="00FFFF"/>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73" name="Google Shape;573;p55"/>
          <p:cNvSpPr/>
          <p:nvPr/>
        </p:nvSpPr>
        <p:spPr>
          <a:xfrm>
            <a:off x="903121" y="3874382"/>
            <a:ext cx="378300" cy="426000"/>
          </a:xfrm>
          <a:prstGeom prst="rect">
            <a:avLst/>
          </a:prstGeom>
          <a:solidFill>
            <a:srgbClr val="1B8F0B"/>
          </a:solidFill>
          <a:ln cap="flat" cmpd="sng" w="17350">
            <a:solidFill>
              <a:srgbClr val="C00000"/>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grpSp>
        <p:nvGrpSpPr>
          <p:cNvPr id="574" name="Google Shape;574;p55"/>
          <p:cNvGrpSpPr/>
          <p:nvPr/>
        </p:nvGrpSpPr>
        <p:grpSpPr>
          <a:xfrm>
            <a:off x="1449227" y="3114154"/>
            <a:ext cx="592493" cy="523669"/>
            <a:chOff x="1534750" y="3089950"/>
            <a:chExt cx="576075" cy="479375"/>
          </a:xfrm>
        </p:grpSpPr>
        <p:grpSp>
          <p:nvGrpSpPr>
            <p:cNvPr id="575" name="Google Shape;575;p55"/>
            <p:cNvGrpSpPr/>
            <p:nvPr/>
          </p:nvGrpSpPr>
          <p:grpSpPr>
            <a:xfrm>
              <a:off x="1534750" y="3089950"/>
              <a:ext cx="576075" cy="479375"/>
              <a:chOff x="1534750" y="3089950"/>
              <a:chExt cx="576075" cy="479375"/>
            </a:xfrm>
          </p:grpSpPr>
          <p:sp>
            <p:nvSpPr>
              <p:cNvPr id="576" name="Google Shape;576;p55"/>
              <p:cNvSpPr/>
              <p:nvPr/>
            </p:nvSpPr>
            <p:spPr>
              <a:xfrm>
                <a:off x="1534750" y="3089950"/>
                <a:ext cx="367800" cy="390000"/>
              </a:xfrm>
              <a:prstGeom prst="rect">
                <a:avLst/>
              </a:prstGeom>
              <a:noFill/>
              <a:ln cap="flat" cmpd="sng" w="17350">
                <a:solidFill>
                  <a:srgbClr val="C00000"/>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77" name="Google Shape;577;p55"/>
              <p:cNvSpPr/>
              <p:nvPr/>
            </p:nvSpPr>
            <p:spPr>
              <a:xfrm>
                <a:off x="1743025" y="3179325"/>
                <a:ext cx="367800" cy="390000"/>
              </a:xfrm>
              <a:prstGeom prst="rect">
                <a:avLst/>
              </a:prstGeom>
              <a:noFill/>
              <a:ln cap="flat" cmpd="sng" w="17350">
                <a:solidFill>
                  <a:srgbClr val="00FFFF"/>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grpSp>
        <p:sp>
          <p:nvSpPr>
            <p:cNvPr id="578" name="Google Shape;578;p55"/>
            <p:cNvSpPr/>
            <p:nvPr/>
          </p:nvSpPr>
          <p:spPr>
            <a:xfrm>
              <a:off x="1758175" y="3192575"/>
              <a:ext cx="129900" cy="271500"/>
            </a:xfrm>
            <a:prstGeom prst="rect">
              <a:avLst/>
            </a:prstGeom>
            <a:solidFill>
              <a:srgbClr val="38761D"/>
            </a:solidFill>
            <a:ln cap="flat" cmpd="sng" w="8675">
              <a:solidFill>
                <a:srgbClr val="38761D"/>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grpSp>
      <p:grpSp>
        <p:nvGrpSpPr>
          <p:cNvPr id="579" name="Google Shape;579;p55"/>
          <p:cNvGrpSpPr/>
          <p:nvPr/>
        </p:nvGrpSpPr>
        <p:grpSpPr>
          <a:xfrm>
            <a:off x="2135946" y="3874472"/>
            <a:ext cx="592493" cy="523669"/>
            <a:chOff x="1534750" y="3089950"/>
            <a:chExt cx="576075" cy="479375"/>
          </a:xfrm>
        </p:grpSpPr>
        <p:grpSp>
          <p:nvGrpSpPr>
            <p:cNvPr id="580" name="Google Shape;580;p55"/>
            <p:cNvGrpSpPr/>
            <p:nvPr/>
          </p:nvGrpSpPr>
          <p:grpSpPr>
            <a:xfrm>
              <a:off x="1534750" y="3089950"/>
              <a:ext cx="576075" cy="479375"/>
              <a:chOff x="1534750" y="3089950"/>
              <a:chExt cx="576075" cy="479375"/>
            </a:xfrm>
          </p:grpSpPr>
          <p:sp>
            <p:nvSpPr>
              <p:cNvPr id="581" name="Google Shape;581;p55"/>
              <p:cNvSpPr/>
              <p:nvPr/>
            </p:nvSpPr>
            <p:spPr>
              <a:xfrm>
                <a:off x="1534750" y="3089950"/>
                <a:ext cx="367800" cy="390000"/>
              </a:xfrm>
              <a:prstGeom prst="rect">
                <a:avLst/>
              </a:prstGeom>
              <a:noFill/>
              <a:ln cap="flat" cmpd="sng" w="17350">
                <a:solidFill>
                  <a:srgbClr val="C00000"/>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82" name="Google Shape;582;p55"/>
              <p:cNvSpPr/>
              <p:nvPr/>
            </p:nvSpPr>
            <p:spPr>
              <a:xfrm>
                <a:off x="1743025" y="3179325"/>
                <a:ext cx="367800" cy="390000"/>
              </a:xfrm>
              <a:prstGeom prst="rect">
                <a:avLst/>
              </a:prstGeom>
              <a:noFill/>
              <a:ln cap="flat" cmpd="sng" w="17350">
                <a:solidFill>
                  <a:srgbClr val="00FFFF"/>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grpSp>
        <p:sp>
          <p:nvSpPr>
            <p:cNvPr id="583" name="Google Shape;583;p55"/>
            <p:cNvSpPr/>
            <p:nvPr/>
          </p:nvSpPr>
          <p:spPr>
            <a:xfrm>
              <a:off x="1758175" y="3192575"/>
              <a:ext cx="129900" cy="271500"/>
            </a:xfrm>
            <a:prstGeom prst="rect">
              <a:avLst/>
            </a:prstGeom>
            <a:solidFill>
              <a:srgbClr val="38761D"/>
            </a:solidFill>
            <a:ln cap="flat" cmpd="sng" w="8675">
              <a:solidFill>
                <a:srgbClr val="38761D"/>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grpSp>
      <p:sp>
        <p:nvSpPr>
          <p:cNvPr id="584" name="Google Shape;584;p55"/>
          <p:cNvSpPr txBox="1"/>
          <p:nvPr/>
        </p:nvSpPr>
        <p:spPr>
          <a:xfrm>
            <a:off x="1224068" y="3874382"/>
            <a:ext cx="288000" cy="384000"/>
          </a:xfrm>
          <a:prstGeom prst="rect">
            <a:avLst/>
          </a:prstGeom>
          <a:noFill/>
          <a:ln>
            <a:noFill/>
          </a:ln>
          <a:effectLst>
            <a:outerShdw blurRad="52034" rotWithShape="0" algn="bl" dir="5400000" dist="17345">
              <a:srgbClr val="000000">
                <a:alpha val="49411"/>
              </a:srgbClr>
            </a:outerShdw>
          </a:effectLst>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1275"/>
              <a:buFont typeface="Arial"/>
              <a:buNone/>
            </a:pPr>
            <a:r>
              <a:rPr b="0" i="0" lang="en" sz="1274" u="none" cap="none" strike="noStrike">
                <a:solidFill>
                  <a:schemeClr val="dk2"/>
                </a:solidFill>
                <a:latin typeface="Arial"/>
                <a:ea typeface="Arial"/>
                <a:cs typeface="Arial"/>
                <a:sym typeface="Arial"/>
              </a:rPr>
              <a:t>+</a:t>
            </a:r>
            <a:endParaRPr b="0" i="0" sz="1274" u="none" cap="none" strike="noStrike">
              <a:solidFill>
                <a:schemeClr val="dk2"/>
              </a:solidFill>
              <a:latin typeface="Arial"/>
              <a:ea typeface="Arial"/>
              <a:cs typeface="Arial"/>
              <a:sym typeface="Arial"/>
            </a:endParaRPr>
          </a:p>
        </p:txBody>
      </p:sp>
      <p:sp>
        <p:nvSpPr>
          <p:cNvPr id="585" name="Google Shape;585;p55"/>
          <p:cNvSpPr txBox="1"/>
          <p:nvPr/>
        </p:nvSpPr>
        <p:spPr>
          <a:xfrm>
            <a:off x="1858761" y="3874382"/>
            <a:ext cx="288000" cy="426000"/>
          </a:xfrm>
          <a:prstGeom prst="rect">
            <a:avLst/>
          </a:prstGeom>
          <a:noFill/>
          <a:ln>
            <a:noFill/>
          </a:ln>
          <a:effectLst>
            <a:outerShdw blurRad="52034" rotWithShape="0" algn="bl" dir="5400000" dist="17345">
              <a:srgbClr val="000000">
                <a:alpha val="49411"/>
              </a:srgbClr>
            </a:outerShdw>
          </a:effectLst>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1275"/>
              <a:buFont typeface="Arial"/>
              <a:buNone/>
            </a:pPr>
            <a:r>
              <a:rPr b="0" i="0" lang="en" sz="1274" u="none" cap="none" strike="noStrike">
                <a:solidFill>
                  <a:schemeClr val="dk2"/>
                </a:solidFill>
                <a:latin typeface="Arial"/>
                <a:ea typeface="Arial"/>
                <a:cs typeface="Arial"/>
                <a:sym typeface="Arial"/>
              </a:rPr>
              <a:t>-</a:t>
            </a:r>
            <a:endParaRPr b="0" i="0" sz="1274" u="none" cap="none" strike="noStrike">
              <a:solidFill>
                <a:schemeClr val="dk2"/>
              </a:solidFill>
              <a:latin typeface="Arial"/>
              <a:ea typeface="Arial"/>
              <a:cs typeface="Arial"/>
              <a:sym typeface="Arial"/>
            </a:endParaRPr>
          </a:p>
        </p:txBody>
      </p:sp>
      <p:cxnSp>
        <p:nvCxnSpPr>
          <p:cNvPr id="586" name="Google Shape;586;p55"/>
          <p:cNvCxnSpPr/>
          <p:nvPr/>
        </p:nvCxnSpPr>
        <p:spPr>
          <a:xfrm>
            <a:off x="5554608" y="3761672"/>
            <a:ext cx="989100" cy="11400"/>
          </a:xfrm>
          <a:prstGeom prst="straightConnector1">
            <a:avLst/>
          </a:prstGeom>
          <a:noFill/>
          <a:ln cap="flat" cmpd="sng" w="17350">
            <a:solidFill>
              <a:schemeClr val="dk2"/>
            </a:solidFill>
            <a:prstDash val="solid"/>
            <a:round/>
            <a:headEnd len="sm" w="sm" type="none"/>
            <a:tailEnd len="sm" w="sm" type="none"/>
          </a:ln>
          <a:effectLst>
            <a:outerShdw blurRad="52034" rotWithShape="0" algn="bl" dir="5400000" dist="17345">
              <a:srgbClr val="000000">
                <a:alpha val="49411"/>
              </a:srgbClr>
            </a:outerShdw>
          </a:effectLst>
        </p:spPr>
      </p:cxnSp>
      <p:sp>
        <p:nvSpPr>
          <p:cNvPr id="587" name="Google Shape;587;p55"/>
          <p:cNvSpPr/>
          <p:nvPr/>
        </p:nvSpPr>
        <p:spPr>
          <a:xfrm>
            <a:off x="5904229" y="3901696"/>
            <a:ext cx="378300" cy="426000"/>
          </a:xfrm>
          <a:prstGeom prst="rect">
            <a:avLst/>
          </a:prstGeom>
          <a:solidFill>
            <a:srgbClr val="1B8F0B"/>
          </a:solidFill>
          <a:ln cap="flat" cmpd="sng" w="17350">
            <a:solidFill>
              <a:srgbClr val="C00000"/>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grpSp>
        <p:nvGrpSpPr>
          <p:cNvPr id="588" name="Google Shape;588;p55"/>
          <p:cNvGrpSpPr/>
          <p:nvPr/>
        </p:nvGrpSpPr>
        <p:grpSpPr>
          <a:xfrm>
            <a:off x="5797172" y="3092417"/>
            <a:ext cx="592493" cy="523669"/>
            <a:chOff x="1534750" y="3089950"/>
            <a:chExt cx="576075" cy="479375"/>
          </a:xfrm>
        </p:grpSpPr>
        <p:grpSp>
          <p:nvGrpSpPr>
            <p:cNvPr id="589" name="Google Shape;589;p55"/>
            <p:cNvGrpSpPr/>
            <p:nvPr/>
          </p:nvGrpSpPr>
          <p:grpSpPr>
            <a:xfrm>
              <a:off x="1534750" y="3089950"/>
              <a:ext cx="576075" cy="479375"/>
              <a:chOff x="1534750" y="3089950"/>
              <a:chExt cx="576075" cy="479375"/>
            </a:xfrm>
          </p:grpSpPr>
          <p:sp>
            <p:nvSpPr>
              <p:cNvPr id="590" name="Google Shape;590;p55"/>
              <p:cNvSpPr/>
              <p:nvPr/>
            </p:nvSpPr>
            <p:spPr>
              <a:xfrm>
                <a:off x="1534750" y="3089950"/>
                <a:ext cx="367800" cy="390000"/>
              </a:xfrm>
              <a:prstGeom prst="rect">
                <a:avLst/>
              </a:prstGeom>
              <a:noFill/>
              <a:ln cap="flat" cmpd="sng" w="17350">
                <a:solidFill>
                  <a:srgbClr val="C00000"/>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sp>
            <p:nvSpPr>
              <p:cNvPr id="591" name="Google Shape;591;p55"/>
              <p:cNvSpPr/>
              <p:nvPr/>
            </p:nvSpPr>
            <p:spPr>
              <a:xfrm>
                <a:off x="1743025" y="3179325"/>
                <a:ext cx="367800" cy="390000"/>
              </a:xfrm>
              <a:prstGeom prst="rect">
                <a:avLst/>
              </a:prstGeom>
              <a:noFill/>
              <a:ln cap="flat" cmpd="sng" w="17350">
                <a:solidFill>
                  <a:srgbClr val="00FFFF"/>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grpSp>
        <p:sp>
          <p:nvSpPr>
            <p:cNvPr id="592" name="Google Shape;592;p55"/>
            <p:cNvSpPr/>
            <p:nvPr/>
          </p:nvSpPr>
          <p:spPr>
            <a:xfrm>
              <a:off x="1758175" y="3192575"/>
              <a:ext cx="129900" cy="271500"/>
            </a:xfrm>
            <a:prstGeom prst="rect">
              <a:avLst/>
            </a:prstGeom>
            <a:solidFill>
              <a:srgbClr val="38761D"/>
            </a:solidFill>
            <a:ln cap="flat" cmpd="sng" w="8675">
              <a:solidFill>
                <a:srgbClr val="38761D"/>
              </a:solidFill>
              <a:prstDash val="solid"/>
              <a:round/>
              <a:headEnd len="sm" w="sm" type="none"/>
              <a:tailEnd len="sm" w="sm" type="none"/>
            </a:ln>
            <a:effectLst>
              <a:outerShdw blurRad="52034" rotWithShape="0" algn="bl" dir="5400000" dist="17345">
                <a:srgbClr val="000000">
                  <a:alpha val="49411"/>
                </a:srgbClr>
              </a:outerShdw>
            </a:effectLst>
          </p:spPr>
          <p:txBody>
            <a:bodyPr anchorCtr="0" anchor="ctr" bIns="83250" lIns="83250" spcFirstLastPara="1" rIns="83250" wrap="square" tIns="83250">
              <a:noAutofit/>
            </a:bodyPr>
            <a:lstStyle/>
            <a:p>
              <a:pPr indent="0" lvl="0" marL="0" marR="0" rtl="0" algn="ctr">
                <a:lnSpc>
                  <a:spcPct val="100000"/>
                </a:lnSpc>
                <a:spcBef>
                  <a:spcPts val="0"/>
                </a:spcBef>
                <a:spcAft>
                  <a:spcPts val="0"/>
                </a:spcAft>
                <a:buClr>
                  <a:srgbClr val="000000"/>
                </a:buClr>
                <a:buSzPts val="1275"/>
                <a:buFont typeface="Arial"/>
                <a:buNone/>
              </a:pPr>
              <a:r>
                <a:t/>
              </a:r>
              <a:endParaRPr b="0" i="0" sz="1274" u="none" cap="none" strike="noStrike">
                <a:solidFill>
                  <a:srgbClr val="000000"/>
                </a:solidFill>
                <a:latin typeface="Arial"/>
                <a:ea typeface="Arial"/>
                <a:cs typeface="Arial"/>
                <a:sym typeface="Arial"/>
              </a:endParaRPr>
            </a:p>
          </p:txBody>
        </p:sp>
      </p:grpSp>
      <p:sp>
        <p:nvSpPr>
          <p:cNvPr id="593" name="Google Shape;593;p55"/>
          <p:cNvSpPr txBox="1"/>
          <p:nvPr/>
        </p:nvSpPr>
        <p:spPr>
          <a:xfrm>
            <a:off x="2825668" y="3467225"/>
            <a:ext cx="2111100" cy="718200"/>
          </a:xfrm>
          <a:prstGeom prst="rect">
            <a:avLst/>
          </a:prstGeom>
          <a:noFill/>
          <a:ln>
            <a:noFill/>
          </a:ln>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1184"/>
              <a:buFont typeface="Arial"/>
              <a:buNone/>
            </a:pPr>
            <a:r>
              <a:rPr b="1" i="0" lang="en" sz="1183" u="none" cap="none" strike="noStrike">
                <a:solidFill>
                  <a:schemeClr val="dk1"/>
                </a:solidFill>
                <a:latin typeface="Lexend"/>
                <a:ea typeface="Lexend"/>
                <a:cs typeface="Lexend"/>
                <a:sym typeface="Lexend"/>
              </a:rPr>
              <a:t>⇒ Greater the overlap</a:t>
            </a:r>
            <a:r>
              <a:rPr b="0" i="0" lang="en" sz="1183" u="none" cap="none" strike="noStrike">
                <a:solidFill>
                  <a:schemeClr val="dk1"/>
                </a:solidFill>
                <a:latin typeface="Lexend"/>
                <a:ea typeface="Lexend"/>
                <a:cs typeface="Lexend"/>
                <a:sym typeface="Lexend"/>
              </a:rPr>
              <a:t>, the closer </a:t>
            </a:r>
            <a:r>
              <a:rPr b="1" i="0" lang="en" sz="1183" u="none" cap="none" strike="noStrike">
                <a:solidFill>
                  <a:schemeClr val="dk1"/>
                </a:solidFill>
                <a:latin typeface="Lexend"/>
                <a:ea typeface="Lexend"/>
                <a:cs typeface="Lexend"/>
                <a:sym typeface="Lexend"/>
              </a:rPr>
              <a:t>IoU</a:t>
            </a:r>
            <a:r>
              <a:rPr b="0" i="0" lang="en" sz="1183" u="none" cap="none" strike="noStrike">
                <a:solidFill>
                  <a:schemeClr val="dk1"/>
                </a:solidFill>
                <a:latin typeface="Lexend"/>
                <a:ea typeface="Lexend"/>
                <a:cs typeface="Lexend"/>
                <a:sym typeface="Lexend"/>
              </a:rPr>
              <a:t> is to </a:t>
            </a:r>
            <a:r>
              <a:rPr b="1" i="0" lang="en" sz="1183" u="none" cap="none" strike="noStrike">
                <a:solidFill>
                  <a:schemeClr val="dk1"/>
                </a:solidFill>
                <a:latin typeface="Lexend"/>
                <a:ea typeface="Lexend"/>
                <a:cs typeface="Lexend"/>
                <a:sym typeface="Lexend"/>
              </a:rPr>
              <a:t>1</a:t>
            </a:r>
            <a:r>
              <a:rPr b="0" i="0" lang="en" sz="1183" u="none" cap="none" strike="noStrike">
                <a:solidFill>
                  <a:schemeClr val="dk1"/>
                </a:solidFill>
                <a:latin typeface="Lexend"/>
                <a:ea typeface="Lexend"/>
                <a:cs typeface="Lexend"/>
                <a:sym typeface="Lexend"/>
              </a:rPr>
              <a:t>.</a:t>
            </a:r>
            <a:endParaRPr b="0" i="0" sz="1183"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184"/>
              <a:buFont typeface="Arial"/>
              <a:buNone/>
            </a:pPr>
            <a:r>
              <a:rPr b="0" i="0" lang="en" sz="1183" u="none" cap="none" strike="noStrike">
                <a:solidFill>
                  <a:schemeClr val="dk1"/>
                </a:solidFill>
                <a:latin typeface="Lexend"/>
                <a:ea typeface="Lexend"/>
                <a:cs typeface="Lexend"/>
                <a:sym typeface="Lexend"/>
              </a:rPr>
              <a:t>⇒ Value between </a:t>
            </a:r>
            <a:r>
              <a:rPr b="1" i="0" lang="en" sz="1183" u="none" cap="none" strike="noStrike">
                <a:solidFill>
                  <a:srgbClr val="C00000"/>
                </a:solidFill>
                <a:latin typeface="Lexend"/>
                <a:ea typeface="Lexend"/>
                <a:cs typeface="Lexend"/>
                <a:sym typeface="Lexend"/>
              </a:rPr>
              <a:t>0</a:t>
            </a:r>
            <a:r>
              <a:rPr b="0" i="0" lang="en" sz="1183" u="none" cap="none" strike="noStrike">
                <a:solidFill>
                  <a:schemeClr val="dk1"/>
                </a:solidFill>
                <a:latin typeface="Lexend"/>
                <a:ea typeface="Lexend"/>
                <a:cs typeface="Lexend"/>
                <a:sym typeface="Lexend"/>
              </a:rPr>
              <a:t> and </a:t>
            </a:r>
            <a:r>
              <a:rPr b="1" i="0" lang="en" sz="1183" u="none" cap="none" strike="noStrike">
                <a:solidFill>
                  <a:srgbClr val="38761D"/>
                </a:solidFill>
                <a:latin typeface="Lexend"/>
                <a:ea typeface="Lexend"/>
                <a:cs typeface="Lexend"/>
                <a:sym typeface="Lexend"/>
              </a:rPr>
              <a:t>1</a:t>
            </a:r>
            <a:r>
              <a:rPr b="0" i="0" lang="en" sz="1183" u="none" cap="none" strike="noStrike">
                <a:solidFill>
                  <a:schemeClr val="dk1"/>
                </a:solidFill>
                <a:latin typeface="Lexend"/>
                <a:ea typeface="Lexend"/>
                <a:cs typeface="Lexend"/>
                <a:sym typeface="Lexend"/>
              </a:rPr>
              <a:t> </a:t>
            </a:r>
            <a:endParaRPr b="0" i="0" sz="1183" u="none" cap="none" strike="noStrike">
              <a:solidFill>
                <a:schemeClr val="dk1"/>
              </a:solidFill>
              <a:latin typeface="Lexend"/>
              <a:ea typeface="Lexend"/>
              <a:cs typeface="Lexend"/>
              <a:sym typeface="Lexend"/>
            </a:endParaRPr>
          </a:p>
        </p:txBody>
      </p:sp>
      <p:sp>
        <p:nvSpPr>
          <p:cNvPr id="594" name="Google Shape;594;p55"/>
          <p:cNvSpPr txBox="1"/>
          <p:nvPr/>
        </p:nvSpPr>
        <p:spPr>
          <a:xfrm>
            <a:off x="6729734" y="3278211"/>
            <a:ext cx="2111100" cy="1210800"/>
          </a:xfrm>
          <a:prstGeom prst="rect">
            <a:avLst/>
          </a:prstGeom>
          <a:noFill/>
          <a:ln>
            <a:noFill/>
          </a:ln>
        </p:spPr>
        <p:txBody>
          <a:bodyPr anchorCtr="0" anchor="t" bIns="83250" lIns="83250" spcFirstLastPara="1" rIns="83250" wrap="square" tIns="83250">
            <a:noAutofit/>
          </a:bodyPr>
          <a:lstStyle/>
          <a:p>
            <a:pPr indent="0" lvl="0" marL="0" marR="0" rtl="0" algn="l">
              <a:lnSpc>
                <a:spcPct val="100000"/>
              </a:lnSpc>
              <a:spcBef>
                <a:spcPts val="0"/>
              </a:spcBef>
              <a:spcAft>
                <a:spcPts val="0"/>
              </a:spcAft>
              <a:buClr>
                <a:srgbClr val="000000"/>
              </a:buClr>
              <a:buSzPts val="1184"/>
              <a:buFont typeface="Arial"/>
              <a:buNone/>
            </a:pPr>
            <a:r>
              <a:rPr b="1" i="0" lang="en" sz="1183" u="none" cap="none" strike="noStrike">
                <a:solidFill>
                  <a:schemeClr val="dk1"/>
                </a:solidFill>
                <a:latin typeface="Lexend"/>
                <a:ea typeface="Lexend"/>
                <a:cs typeface="Lexend"/>
                <a:sym typeface="Lexend"/>
              </a:rPr>
              <a:t>⇒ Greater the ground truth is covered</a:t>
            </a:r>
            <a:r>
              <a:rPr b="0" i="0" lang="en" sz="1183" u="none" cap="none" strike="noStrike">
                <a:solidFill>
                  <a:schemeClr val="dk1"/>
                </a:solidFill>
                <a:latin typeface="Lexend"/>
                <a:ea typeface="Lexend"/>
                <a:cs typeface="Lexend"/>
                <a:sym typeface="Lexend"/>
              </a:rPr>
              <a:t> by the prediction, the closer </a:t>
            </a:r>
            <a:r>
              <a:rPr b="1" i="0" lang="en" sz="1183" u="none" cap="none" strike="noStrike">
                <a:solidFill>
                  <a:schemeClr val="dk1"/>
                </a:solidFill>
                <a:latin typeface="Lexend"/>
                <a:ea typeface="Lexend"/>
                <a:cs typeface="Lexend"/>
                <a:sym typeface="Lexend"/>
              </a:rPr>
              <a:t>IoA</a:t>
            </a:r>
            <a:r>
              <a:rPr b="0" i="0" lang="en" sz="1183" u="none" cap="none" strike="noStrike">
                <a:solidFill>
                  <a:schemeClr val="dk1"/>
                </a:solidFill>
                <a:latin typeface="Lexend"/>
                <a:ea typeface="Lexend"/>
                <a:cs typeface="Lexend"/>
                <a:sym typeface="Lexend"/>
              </a:rPr>
              <a:t> is to </a:t>
            </a:r>
            <a:r>
              <a:rPr b="1" i="0" lang="en" sz="1183" u="none" cap="none" strike="noStrike">
                <a:solidFill>
                  <a:schemeClr val="dk1"/>
                </a:solidFill>
                <a:latin typeface="Lexend"/>
                <a:ea typeface="Lexend"/>
                <a:cs typeface="Lexend"/>
                <a:sym typeface="Lexend"/>
              </a:rPr>
              <a:t>1</a:t>
            </a:r>
            <a:r>
              <a:rPr b="0" i="0" lang="en" sz="1183" u="none" cap="none" strike="noStrike">
                <a:solidFill>
                  <a:schemeClr val="dk1"/>
                </a:solidFill>
                <a:latin typeface="Lexend"/>
                <a:ea typeface="Lexend"/>
                <a:cs typeface="Lexend"/>
                <a:sym typeface="Lexend"/>
              </a:rPr>
              <a:t>.</a:t>
            </a:r>
            <a:endParaRPr b="0" i="0" sz="1183"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chemeClr val="dk1"/>
              </a:buClr>
              <a:buSzPts val="1002"/>
              <a:buFont typeface="Arial"/>
              <a:buNone/>
            </a:pPr>
            <a:r>
              <a:rPr b="0" i="0" lang="en" sz="1183" u="none" cap="none" strike="noStrike">
                <a:solidFill>
                  <a:schemeClr val="dk1"/>
                </a:solidFill>
                <a:latin typeface="Lexend"/>
                <a:ea typeface="Lexend"/>
                <a:cs typeface="Lexend"/>
                <a:sym typeface="Lexend"/>
              </a:rPr>
              <a:t>⇒ Value between </a:t>
            </a:r>
            <a:r>
              <a:rPr b="1" i="0" lang="en" sz="1183" u="none" cap="none" strike="noStrike">
                <a:solidFill>
                  <a:srgbClr val="C00000"/>
                </a:solidFill>
                <a:latin typeface="Lexend"/>
                <a:ea typeface="Lexend"/>
                <a:cs typeface="Lexend"/>
                <a:sym typeface="Lexend"/>
              </a:rPr>
              <a:t>0</a:t>
            </a:r>
            <a:r>
              <a:rPr b="0" i="0" lang="en" sz="1183" u="none" cap="none" strike="noStrike">
                <a:solidFill>
                  <a:schemeClr val="dk1"/>
                </a:solidFill>
                <a:latin typeface="Lexend"/>
                <a:ea typeface="Lexend"/>
                <a:cs typeface="Lexend"/>
                <a:sym typeface="Lexend"/>
              </a:rPr>
              <a:t> and </a:t>
            </a:r>
            <a:r>
              <a:rPr b="1" i="0" lang="en" sz="1183" u="none" cap="none" strike="noStrike">
                <a:solidFill>
                  <a:srgbClr val="38761D"/>
                </a:solidFill>
                <a:latin typeface="Lexend"/>
                <a:ea typeface="Lexend"/>
                <a:cs typeface="Lexend"/>
                <a:sym typeface="Lexend"/>
              </a:rPr>
              <a:t>1</a:t>
            </a:r>
            <a:r>
              <a:rPr b="0" i="0" lang="en" sz="1183" u="none" cap="none" strike="noStrike">
                <a:solidFill>
                  <a:schemeClr val="dk1"/>
                </a:solidFill>
                <a:latin typeface="Lexend"/>
                <a:ea typeface="Lexend"/>
                <a:cs typeface="Lexend"/>
                <a:sym typeface="Lexend"/>
              </a:rPr>
              <a:t> </a:t>
            </a:r>
            <a:endParaRPr b="0" i="0" sz="1183" u="none" cap="none" strike="noStrike">
              <a:solidFill>
                <a:schemeClr val="dk1"/>
              </a:solidFill>
              <a:latin typeface="Lexend"/>
              <a:ea typeface="Lexend"/>
              <a:cs typeface="Lexend"/>
              <a:sym typeface="Lexend"/>
            </a:endParaRPr>
          </a:p>
        </p:txBody>
      </p:sp>
      <p:cxnSp>
        <p:nvCxnSpPr>
          <p:cNvPr id="595" name="Google Shape;595;p55"/>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596" name="Google Shape;596;p55"/>
          <p:cNvPicPr preferRelativeResize="0"/>
          <p:nvPr/>
        </p:nvPicPr>
        <p:blipFill rotWithShape="1">
          <a:blip r:embed="rId4">
            <a:alphaModFix/>
          </a:blip>
          <a:srcRect b="0" l="0" r="0" t="0"/>
          <a:stretch/>
        </p:blipFill>
        <p:spPr>
          <a:xfrm>
            <a:off x="8266150" y="91401"/>
            <a:ext cx="703375" cy="351675"/>
          </a:xfrm>
          <a:prstGeom prst="rect">
            <a:avLst/>
          </a:prstGeom>
          <a:noFill/>
          <a:ln>
            <a:noFill/>
          </a:ln>
        </p:spPr>
      </p:pic>
      <p:cxnSp>
        <p:nvCxnSpPr>
          <p:cNvPr id="597" name="Google Shape;597;p55"/>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598" name="Google Shape;598;p55"/>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6"/>
          <p:cNvSpPr txBox="1"/>
          <p:nvPr/>
        </p:nvSpPr>
        <p:spPr>
          <a:xfrm>
            <a:off x="288425" y="72250"/>
            <a:ext cx="62076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How to evaluate Object Detection accuracy ? </a:t>
            </a:r>
            <a:endParaRPr i="0" sz="1800" u="none" cap="none" strike="noStrike">
              <a:solidFill>
                <a:srgbClr val="00205B"/>
              </a:solidFill>
              <a:latin typeface="Lexend Medium"/>
              <a:ea typeface="Lexend Medium"/>
              <a:cs typeface="Lexend Medium"/>
              <a:sym typeface="Lexend Medium"/>
            </a:endParaRPr>
          </a:p>
        </p:txBody>
      </p:sp>
      <p:cxnSp>
        <p:nvCxnSpPr>
          <p:cNvPr id="604" name="Google Shape;604;p56"/>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605" name="Google Shape;605;p56"/>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pic>
        <p:nvPicPr>
          <p:cNvPr id="606" name="Google Shape;606;p56"/>
          <p:cNvPicPr preferRelativeResize="0"/>
          <p:nvPr/>
        </p:nvPicPr>
        <p:blipFill>
          <a:blip r:embed="rId4">
            <a:alphaModFix/>
          </a:blip>
          <a:stretch>
            <a:fillRect/>
          </a:stretch>
        </p:blipFill>
        <p:spPr>
          <a:xfrm>
            <a:off x="110525" y="1388012"/>
            <a:ext cx="4832973" cy="2720038"/>
          </a:xfrm>
          <a:prstGeom prst="rect">
            <a:avLst/>
          </a:prstGeom>
          <a:noFill/>
          <a:ln>
            <a:noFill/>
          </a:ln>
        </p:spPr>
      </p:pic>
      <p:cxnSp>
        <p:nvCxnSpPr>
          <p:cNvPr id="607" name="Google Shape;607;p56"/>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608" name="Google Shape;608;p56"/>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grpSp>
        <p:nvGrpSpPr>
          <p:cNvPr id="609" name="Google Shape;609;p56"/>
          <p:cNvGrpSpPr/>
          <p:nvPr/>
        </p:nvGrpSpPr>
        <p:grpSpPr>
          <a:xfrm>
            <a:off x="4740189" y="2176719"/>
            <a:ext cx="4364074" cy="1183869"/>
            <a:chOff x="897475" y="1255375"/>
            <a:chExt cx="7267400" cy="1971800"/>
          </a:xfrm>
        </p:grpSpPr>
        <p:pic>
          <p:nvPicPr>
            <p:cNvPr id="610" name="Google Shape;610;p56"/>
            <p:cNvPicPr preferRelativeResize="0"/>
            <p:nvPr/>
          </p:nvPicPr>
          <p:blipFill rotWithShape="1">
            <a:blip r:embed="rId5">
              <a:alphaModFix/>
            </a:blip>
            <a:srcRect b="0" l="0" r="0" t="0"/>
            <a:stretch/>
          </p:blipFill>
          <p:spPr>
            <a:xfrm>
              <a:off x="1450550" y="1255375"/>
              <a:ext cx="6086975" cy="951100"/>
            </a:xfrm>
            <a:prstGeom prst="rect">
              <a:avLst/>
            </a:prstGeom>
            <a:noFill/>
            <a:ln>
              <a:noFill/>
            </a:ln>
          </p:spPr>
        </p:pic>
        <p:pic>
          <p:nvPicPr>
            <p:cNvPr id="611" name="Google Shape;611;p56"/>
            <p:cNvPicPr preferRelativeResize="0"/>
            <p:nvPr/>
          </p:nvPicPr>
          <p:blipFill rotWithShape="1">
            <a:blip r:embed="rId6">
              <a:alphaModFix/>
            </a:blip>
            <a:srcRect b="0" l="0" r="0" t="0"/>
            <a:stretch/>
          </p:blipFill>
          <p:spPr>
            <a:xfrm>
              <a:off x="4355100" y="2338900"/>
              <a:ext cx="2086457" cy="351650"/>
            </a:xfrm>
            <a:prstGeom prst="rect">
              <a:avLst/>
            </a:prstGeom>
            <a:noFill/>
            <a:ln>
              <a:noFill/>
            </a:ln>
          </p:spPr>
        </p:pic>
        <p:cxnSp>
          <p:nvCxnSpPr>
            <p:cNvPr id="612" name="Google Shape;612;p56"/>
            <p:cNvCxnSpPr/>
            <p:nvPr/>
          </p:nvCxnSpPr>
          <p:spPr>
            <a:xfrm>
              <a:off x="5007300" y="1952650"/>
              <a:ext cx="14100" cy="376200"/>
            </a:xfrm>
            <a:prstGeom prst="straightConnector1">
              <a:avLst/>
            </a:prstGeom>
            <a:noFill/>
            <a:ln cap="flat" cmpd="sng" w="5725">
              <a:solidFill>
                <a:schemeClr val="dk2"/>
              </a:solidFill>
              <a:prstDash val="solid"/>
              <a:round/>
              <a:headEnd len="med" w="med" type="triangle"/>
              <a:tailEnd len="sm" w="sm" type="none"/>
            </a:ln>
          </p:spPr>
        </p:cxnSp>
        <p:cxnSp>
          <p:nvCxnSpPr>
            <p:cNvPr id="613" name="Google Shape;613;p56"/>
            <p:cNvCxnSpPr>
              <a:endCxn id="614" idx="1"/>
            </p:cNvCxnSpPr>
            <p:nvPr/>
          </p:nvCxnSpPr>
          <p:spPr>
            <a:xfrm>
              <a:off x="6907575" y="2069100"/>
              <a:ext cx="758100" cy="269100"/>
            </a:xfrm>
            <a:prstGeom prst="straightConnector1">
              <a:avLst/>
            </a:prstGeom>
            <a:noFill/>
            <a:ln cap="flat" cmpd="sng" w="5725">
              <a:solidFill>
                <a:schemeClr val="dk2"/>
              </a:solidFill>
              <a:prstDash val="solid"/>
              <a:round/>
              <a:headEnd len="med" w="med" type="triangle"/>
              <a:tailEnd len="sm" w="sm" type="none"/>
            </a:ln>
          </p:spPr>
        </p:cxnSp>
        <p:cxnSp>
          <p:nvCxnSpPr>
            <p:cNvPr id="615" name="Google Shape;615;p56"/>
            <p:cNvCxnSpPr/>
            <p:nvPr/>
          </p:nvCxnSpPr>
          <p:spPr>
            <a:xfrm flipH="1">
              <a:off x="3672450" y="2018800"/>
              <a:ext cx="216600" cy="415500"/>
            </a:xfrm>
            <a:prstGeom prst="straightConnector1">
              <a:avLst/>
            </a:prstGeom>
            <a:noFill/>
            <a:ln cap="flat" cmpd="sng" w="5725">
              <a:solidFill>
                <a:schemeClr val="dk2"/>
              </a:solidFill>
              <a:prstDash val="solid"/>
              <a:round/>
              <a:headEnd len="med" w="med" type="triangle"/>
              <a:tailEnd len="sm" w="sm" type="none"/>
            </a:ln>
          </p:spPr>
        </p:cxnSp>
        <p:sp>
          <p:nvSpPr>
            <p:cNvPr id="616" name="Google Shape;616;p56"/>
            <p:cNvSpPr/>
            <p:nvPr/>
          </p:nvSpPr>
          <p:spPr>
            <a:xfrm rot="5400000">
              <a:off x="3851550" y="1632250"/>
              <a:ext cx="75000" cy="545700"/>
            </a:xfrm>
            <a:prstGeom prst="rightBracket">
              <a:avLst>
                <a:gd fmla="val 8333" name="adj"/>
              </a:avLst>
            </a:prstGeom>
            <a:noFill/>
            <a:ln cap="flat" cmpd="sng" w="5725">
              <a:solidFill>
                <a:schemeClr val="dk1"/>
              </a:solidFill>
              <a:prstDash val="solid"/>
              <a:round/>
              <a:headEnd len="sm" w="sm" type="none"/>
              <a:tailEnd len="sm" w="sm" type="none"/>
            </a:ln>
          </p:spPr>
          <p:txBody>
            <a:bodyPr anchorCtr="0" anchor="ctr" bIns="54900" lIns="54900" spcFirstLastPara="1" rIns="54900" wrap="square" tIns="54900">
              <a:noAutofit/>
            </a:bodyPr>
            <a:lstStyle/>
            <a:p>
              <a:pPr indent="0" lvl="0" marL="0" marR="0" rtl="0" algn="ctr">
                <a:lnSpc>
                  <a:spcPct val="100000"/>
                </a:lnSpc>
                <a:spcBef>
                  <a:spcPts val="0"/>
                </a:spcBef>
                <a:spcAft>
                  <a:spcPts val="0"/>
                </a:spcAft>
                <a:buClr>
                  <a:srgbClr val="000000"/>
                </a:buClr>
                <a:buSzPts val="841"/>
                <a:buFont typeface="Arial"/>
                <a:buNone/>
              </a:pPr>
              <a:r>
                <a:t/>
              </a:r>
              <a:endParaRPr b="0" i="0" sz="840" u="none" cap="none" strike="noStrike">
                <a:solidFill>
                  <a:srgbClr val="000000"/>
                </a:solidFill>
                <a:latin typeface="Arial"/>
                <a:ea typeface="Arial"/>
                <a:cs typeface="Arial"/>
                <a:sym typeface="Arial"/>
              </a:endParaRPr>
            </a:p>
          </p:txBody>
        </p:sp>
        <p:sp>
          <p:nvSpPr>
            <p:cNvPr id="617" name="Google Shape;617;p56"/>
            <p:cNvSpPr/>
            <p:nvPr/>
          </p:nvSpPr>
          <p:spPr>
            <a:xfrm rot="5400000">
              <a:off x="5007950" y="1258450"/>
              <a:ext cx="75000" cy="1293300"/>
            </a:xfrm>
            <a:prstGeom prst="rightBracket">
              <a:avLst>
                <a:gd fmla="val 8333" name="adj"/>
              </a:avLst>
            </a:prstGeom>
            <a:noFill/>
            <a:ln cap="flat" cmpd="sng" w="5725">
              <a:solidFill>
                <a:schemeClr val="dk1"/>
              </a:solidFill>
              <a:prstDash val="solid"/>
              <a:round/>
              <a:headEnd len="sm" w="sm" type="none"/>
              <a:tailEnd len="sm" w="sm" type="none"/>
            </a:ln>
          </p:spPr>
          <p:txBody>
            <a:bodyPr anchorCtr="0" anchor="ctr" bIns="54900" lIns="54900" spcFirstLastPara="1" rIns="54900" wrap="square" tIns="54900">
              <a:noAutofit/>
            </a:bodyPr>
            <a:lstStyle/>
            <a:p>
              <a:pPr indent="0" lvl="0" marL="0" marR="0" rtl="0" algn="ctr">
                <a:lnSpc>
                  <a:spcPct val="100000"/>
                </a:lnSpc>
                <a:spcBef>
                  <a:spcPts val="0"/>
                </a:spcBef>
                <a:spcAft>
                  <a:spcPts val="0"/>
                </a:spcAft>
                <a:buClr>
                  <a:srgbClr val="000000"/>
                </a:buClr>
                <a:buSzPts val="841"/>
                <a:buFont typeface="Arial"/>
                <a:buNone/>
              </a:pPr>
              <a:r>
                <a:t/>
              </a:r>
              <a:endParaRPr b="0" i="0" sz="840" u="none" cap="none" strike="noStrike">
                <a:solidFill>
                  <a:srgbClr val="000000"/>
                </a:solidFill>
                <a:latin typeface="Arial"/>
                <a:ea typeface="Arial"/>
                <a:cs typeface="Arial"/>
                <a:sym typeface="Arial"/>
              </a:endParaRPr>
            </a:p>
          </p:txBody>
        </p:sp>
        <p:sp>
          <p:nvSpPr>
            <p:cNvPr id="618" name="Google Shape;618;p56"/>
            <p:cNvSpPr/>
            <p:nvPr/>
          </p:nvSpPr>
          <p:spPr>
            <a:xfrm rot="5400000">
              <a:off x="6487975" y="1219475"/>
              <a:ext cx="75000" cy="1429200"/>
            </a:xfrm>
            <a:prstGeom prst="rightBracket">
              <a:avLst>
                <a:gd fmla="val 8333" name="adj"/>
              </a:avLst>
            </a:prstGeom>
            <a:noFill/>
            <a:ln cap="flat" cmpd="sng" w="5725">
              <a:solidFill>
                <a:schemeClr val="dk1"/>
              </a:solidFill>
              <a:prstDash val="solid"/>
              <a:round/>
              <a:headEnd len="sm" w="sm" type="none"/>
              <a:tailEnd len="sm" w="sm" type="none"/>
            </a:ln>
          </p:spPr>
          <p:txBody>
            <a:bodyPr anchorCtr="0" anchor="ctr" bIns="54900" lIns="54900" spcFirstLastPara="1" rIns="54900" wrap="square" tIns="54900">
              <a:noAutofit/>
            </a:bodyPr>
            <a:lstStyle/>
            <a:p>
              <a:pPr indent="0" lvl="0" marL="0" marR="0" rtl="0" algn="ctr">
                <a:lnSpc>
                  <a:spcPct val="100000"/>
                </a:lnSpc>
                <a:spcBef>
                  <a:spcPts val="0"/>
                </a:spcBef>
                <a:spcAft>
                  <a:spcPts val="0"/>
                </a:spcAft>
                <a:buClr>
                  <a:srgbClr val="000000"/>
                </a:buClr>
                <a:buSzPts val="841"/>
                <a:buFont typeface="Arial"/>
                <a:buNone/>
              </a:pPr>
              <a:r>
                <a:t/>
              </a:r>
              <a:endParaRPr b="0" i="0" sz="840" u="none" cap="none" strike="noStrike">
                <a:solidFill>
                  <a:srgbClr val="000000"/>
                </a:solidFill>
                <a:latin typeface="Arial"/>
                <a:ea typeface="Arial"/>
                <a:cs typeface="Arial"/>
                <a:sym typeface="Arial"/>
              </a:endParaRPr>
            </a:p>
          </p:txBody>
        </p:sp>
        <p:sp>
          <p:nvSpPr>
            <p:cNvPr id="619" name="Google Shape;619;p56"/>
            <p:cNvSpPr txBox="1"/>
            <p:nvPr/>
          </p:nvSpPr>
          <p:spPr>
            <a:xfrm>
              <a:off x="2665500" y="2200275"/>
              <a:ext cx="1648800" cy="857400"/>
            </a:xfrm>
            <a:prstGeom prst="rect">
              <a:avLst/>
            </a:prstGeom>
            <a:noFill/>
            <a:ln>
              <a:noFill/>
            </a:ln>
          </p:spPr>
          <p:txBody>
            <a:bodyPr anchorCtr="0" anchor="t" bIns="54900" lIns="54900" spcFirstLastPara="1" rIns="54900" wrap="square" tIns="54900">
              <a:noAutofit/>
            </a:bodyPr>
            <a:lstStyle/>
            <a:p>
              <a:pPr indent="0" lvl="0" marL="0" marR="0" rtl="0" algn="l">
                <a:lnSpc>
                  <a:spcPct val="100000"/>
                </a:lnSpc>
                <a:spcBef>
                  <a:spcPts val="0"/>
                </a:spcBef>
                <a:spcAft>
                  <a:spcPts val="0"/>
                </a:spcAft>
                <a:buClr>
                  <a:srgbClr val="000000"/>
                </a:buClr>
                <a:buSzPts val="901"/>
                <a:buFont typeface="Arial"/>
                <a:buNone/>
              </a:pPr>
              <a:r>
                <a:rPr b="0" i="0" lang="en" sz="900" u="none" cap="none" strike="noStrike">
                  <a:solidFill>
                    <a:schemeClr val="dk1"/>
                  </a:solidFill>
                  <a:latin typeface="Lexend"/>
                  <a:ea typeface="Lexend"/>
                  <a:cs typeface="Lexend"/>
                  <a:sym typeface="Lexend"/>
                </a:rPr>
                <a:t>Metric to evaluate the matching - </a:t>
              </a:r>
              <a:r>
                <a:rPr b="1" i="0" lang="en" sz="900" u="none" cap="none" strike="noStrike">
                  <a:solidFill>
                    <a:srgbClr val="C00000"/>
                  </a:solidFill>
                  <a:latin typeface="Lexend"/>
                  <a:ea typeface="Lexend"/>
                  <a:cs typeface="Lexend"/>
                  <a:sym typeface="Lexend"/>
                </a:rPr>
                <a:t>IoU</a:t>
              </a:r>
              <a:endParaRPr b="1" i="0" sz="900" u="none" cap="none" strike="noStrike">
                <a:solidFill>
                  <a:srgbClr val="C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901"/>
                <a:buFont typeface="Arial"/>
                <a:buNone/>
              </a:pPr>
              <a:r>
                <a:rPr b="1" i="0" lang="en" sz="900" u="none" cap="none" strike="noStrike">
                  <a:solidFill>
                    <a:srgbClr val="C00000"/>
                  </a:solidFill>
                  <a:latin typeface="Lexend"/>
                  <a:ea typeface="Lexend"/>
                  <a:cs typeface="Lexend"/>
                  <a:sym typeface="Lexend"/>
                </a:rPr>
                <a:t>per class</a:t>
              </a:r>
              <a:endParaRPr b="1" i="0" sz="900" u="none" cap="none" strike="noStrike">
                <a:solidFill>
                  <a:srgbClr val="C00000"/>
                </a:solidFill>
                <a:latin typeface="Lexend"/>
                <a:ea typeface="Lexend"/>
                <a:cs typeface="Lexend"/>
                <a:sym typeface="Lexend"/>
              </a:endParaRPr>
            </a:p>
          </p:txBody>
        </p:sp>
        <p:sp>
          <p:nvSpPr>
            <p:cNvPr id="620" name="Google Shape;620;p56"/>
            <p:cNvSpPr txBox="1"/>
            <p:nvPr/>
          </p:nvSpPr>
          <p:spPr>
            <a:xfrm>
              <a:off x="4433525" y="2626875"/>
              <a:ext cx="2170500" cy="600300"/>
            </a:xfrm>
            <a:prstGeom prst="rect">
              <a:avLst/>
            </a:prstGeom>
            <a:noFill/>
            <a:ln>
              <a:noFill/>
            </a:ln>
          </p:spPr>
          <p:txBody>
            <a:bodyPr anchorCtr="0" anchor="t" bIns="54900" lIns="54900" spcFirstLastPara="1" rIns="54900" wrap="square" tIns="54900">
              <a:noAutofit/>
            </a:bodyPr>
            <a:lstStyle/>
            <a:p>
              <a:pPr indent="0" lvl="0" marL="0" marR="0" rtl="0" algn="l">
                <a:lnSpc>
                  <a:spcPct val="100000"/>
                </a:lnSpc>
                <a:spcBef>
                  <a:spcPts val="0"/>
                </a:spcBef>
                <a:spcAft>
                  <a:spcPts val="0"/>
                </a:spcAft>
                <a:buClr>
                  <a:srgbClr val="000000"/>
                </a:buClr>
                <a:buSzPts val="901"/>
                <a:buFont typeface="Arial"/>
                <a:buNone/>
              </a:pPr>
              <a:r>
                <a:rPr b="0" i="0" lang="en" sz="900" u="none" cap="none" strike="noStrike">
                  <a:solidFill>
                    <a:schemeClr val="dk1"/>
                  </a:solidFill>
                  <a:latin typeface="Lexend"/>
                  <a:ea typeface="Lexend"/>
                  <a:cs typeface="Lexend"/>
                  <a:sym typeface="Lexend"/>
                </a:rPr>
                <a:t>Predicted Boxes with highest probabilities</a:t>
              </a:r>
              <a:endParaRPr b="0" i="0" sz="900" u="none" cap="none" strike="noStrike">
                <a:solidFill>
                  <a:schemeClr val="dk1"/>
                </a:solidFill>
                <a:latin typeface="Lexend"/>
                <a:ea typeface="Lexend"/>
                <a:cs typeface="Lexend"/>
                <a:sym typeface="Lexend"/>
              </a:endParaRPr>
            </a:p>
          </p:txBody>
        </p:sp>
        <p:sp>
          <p:nvSpPr>
            <p:cNvPr id="614" name="Google Shape;614;p56"/>
            <p:cNvSpPr txBox="1"/>
            <p:nvPr/>
          </p:nvSpPr>
          <p:spPr>
            <a:xfrm>
              <a:off x="7665675" y="2101200"/>
              <a:ext cx="499200" cy="474000"/>
            </a:xfrm>
            <a:prstGeom prst="rect">
              <a:avLst/>
            </a:prstGeom>
            <a:noFill/>
            <a:ln>
              <a:noFill/>
            </a:ln>
          </p:spPr>
          <p:txBody>
            <a:bodyPr anchorCtr="0" anchor="t" bIns="54900" lIns="54900" spcFirstLastPara="1" rIns="54900" wrap="square" tIns="54900">
              <a:noAutofit/>
            </a:bodyPr>
            <a:lstStyle/>
            <a:p>
              <a:pPr indent="0" lvl="0" marL="0" marR="0" rtl="0" algn="l">
                <a:lnSpc>
                  <a:spcPct val="100000"/>
                </a:lnSpc>
                <a:spcBef>
                  <a:spcPts val="0"/>
                </a:spcBef>
                <a:spcAft>
                  <a:spcPts val="0"/>
                </a:spcAft>
                <a:buClr>
                  <a:srgbClr val="000000"/>
                </a:buClr>
                <a:buSzPts val="901"/>
                <a:buFont typeface="Arial"/>
                <a:buNone/>
              </a:pPr>
              <a:r>
                <a:rPr b="0" i="0" lang="en" sz="900" u="none" cap="none" strike="noStrike">
                  <a:solidFill>
                    <a:schemeClr val="dk1"/>
                  </a:solidFill>
                  <a:latin typeface="Lexend"/>
                  <a:ea typeface="Lexend"/>
                  <a:cs typeface="Lexend"/>
                  <a:sym typeface="Lexend"/>
                </a:rPr>
                <a:t>GT</a:t>
              </a:r>
              <a:endParaRPr b="0" i="0" sz="900" u="none" cap="none" strike="noStrike">
                <a:solidFill>
                  <a:schemeClr val="dk1"/>
                </a:solidFill>
                <a:latin typeface="Lexend"/>
                <a:ea typeface="Lexend"/>
                <a:cs typeface="Lexend"/>
                <a:sym typeface="Lexend"/>
              </a:endParaRPr>
            </a:p>
          </p:txBody>
        </p:sp>
        <p:cxnSp>
          <p:nvCxnSpPr>
            <p:cNvPr id="621" name="Google Shape;621;p56"/>
            <p:cNvCxnSpPr/>
            <p:nvPr/>
          </p:nvCxnSpPr>
          <p:spPr>
            <a:xfrm flipH="1">
              <a:off x="2105963" y="2059950"/>
              <a:ext cx="626700" cy="247200"/>
            </a:xfrm>
            <a:prstGeom prst="straightConnector1">
              <a:avLst/>
            </a:prstGeom>
            <a:noFill/>
            <a:ln cap="flat" cmpd="sng" w="5725">
              <a:solidFill>
                <a:schemeClr val="dk2"/>
              </a:solidFill>
              <a:prstDash val="solid"/>
              <a:round/>
              <a:headEnd len="med" w="med" type="triangle"/>
              <a:tailEnd len="sm" w="sm" type="none"/>
            </a:ln>
          </p:spPr>
        </p:cxnSp>
        <p:sp>
          <p:nvSpPr>
            <p:cNvPr id="622" name="Google Shape;622;p56"/>
            <p:cNvSpPr txBox="1"/>
            <p:nvPr/>
          </p:nvSpPr>
          <p:spPr>
            <a:xfrm>
              <a:off x="897475" y="2020050"/>
              <a:ext cx="1648800" cy="636300"/>
            </a:xfrm>
            <a:prstGeom prst="rect">
              <a:avLst/>
            </a:prstGeom>
            <a:noFill/>
            <a:ln>
              <a:noFill/>
            </a:ln>
          </p:spPr>
          <p:txBody>
            <a:bodyPr anchorCtr="0" anchor="t" bIns="54900" lIns="54900" spcFirstLastPara="1" rIns="54900" wrap="square" tIns="54900">
              <a:noAutofit/>
            </a:bodyPr>
            <a:lstStyle/>
            <a:p>
              <a:pPr indent="0" lvl="0" marL="0" marR="0" rtl="0" algn="l">
                <a:lnSpc>
                  <a:spcPct val="100000"/>
                </a:lnSpc>
                <a:spcBef>
                  <a:spcPts val="0"/>
                </a:spcBef>
                <a:spcAft>
                  <a:spcPts val="0"/>
                </a:spcAft>
                <a:buClr>
                  <a:srgbClr val="000000"/>
                </a:buClr>
                <a:buSzPts val="901"/>
                <a:buFont typeface="Arial"/>
                <a:buNone/>
              </a:pPr>
              <a:r>
                <a:rPr b="0" i="0" lang="en" sz="900" u="none" cap="none" strike="noStrike">
                  <a:solidFill>
                    <a:schemeClr val="dk1"/>
                  </a:solidFill>
                  <a:latin typeface="Lexend"/>
                  <a:ea typeface="Lexend"/>
                  <a:cs typeface="Lexend"/>
                  <a:sym typeface="Lexend"/>
                </a:rPr>
                <a:t>Number of classes - here 1</a:t>
              </a:r>
              <a:endParaRPr b="0" i="0" sz="900" u="none" cap="none" strike="noStrike">
                <a:solidFill>
                  <a:schemeClr val="dk1"/>
                </a:solidFill>
                <a:latin typeface="Lexend"/>
                <a:ea typeface="Lexend"/>
                <a:cs typeface="Lexend"/>
                <a:sym typeface="Lexend"/>
              </a:endParaRPr>
            </a:p>
          </p:txBody>
        </p:sp>
      </p:grpSp>
      <p:sp>
        <p:nvSpPr>
          <p:cNvPr id="623" name="Google Shape;623;p56"/>
          <p:cNvSpPr txBox="1"/>
          <p:nvPr/>
        </p:nvSpPr>
        <p:spPr>
          <a:xfrm>
            <a:off x="5067050" y="4320025"/>
            <a:ext cx="3699900" cy="42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300" u="none" cap="none" strike="noStrike">
                <a:solidFill>
                  <a:schemeClr val="dk1"/>
                </a:solidFill>
                <a:latin typeface="Lexend"/>
                <a:ea typeface="Lexend"/>
                <a:cs typeface="Lexend"/>
                <a:sym typeface="Lexend"/>
              </a:rPr>
              <a:t>⇒ </a:t>
            </a:r>
            <a:r>
              <a:rPr b="1" i="0" lang="en" sz="1300" u="none" cap="none" strike="noStrike">
                <a:solidFill>
                  <a:srgbClr val="38761D"/>
                </a:solidFill>
                <a:latin typeface="Lexend"/>
                <a:ea typeface="Lexend"/>
                <a:cs typeface="Lexend"/>
                <a:sym typeface="Lexend"/>
              </a:rPr>
              <a:t>mAP =</a:t>
            </a:r>
            <a:r>
              <a:rPr b="0" i="0" lang="en" sz="1300" u="none" cap="none" strike="noStrike">
                <a:solidFill>
                  <a:schemeClr val="dk1"/>
                </a:solidFill>
                <a:latin typeface="Lexend"/>
                <a:ea typeface="Lexend"/>
                <a:cs typeface="Lexend"/>
                <a:sym typeface="Lexend"/>
              </a:rPr>
              <a:t> </a:t>
            </a:r>
            <a:r>
              <a:rPr b="1" i="0" lang="en" sz="1300" u="none" cap="none" strike="noStrike">
                <a:solidFill>
                  <a:srgbClr val="38761D"/>
                </a:solidFill>
                <a:latin typeface="Lexend"/>
                <a:ea typeface="Lexend"/>
                <a:cs typeface="Lexend"/>
                <a:sym typeface="Lexend"/>
              </a:rPr>
              <a:t>AP cause we’ve got 1 class only</a:t>
            </a:r>
            <a:endParaRPr b="1" i="0" sz="1300" u="none" cap="none" strike="noStrike">
              <a:solidFill>
                <a:srgbClr val="38761D"/>
              </a:solidFill>
              <a:latin typeface="Lexend"/>
              <a:ea typeface="Lexend"/>
              <a:cs typeface="Lexend"/>
              <a:sym typeface="Lexend"/>
            </a:endParaRPr>
          </a:p>
        </p:txBody>
      </p:sp>
      <p:sp>
        <p:nvSpPr>
          <p:cNvPr id="624" name="Google Shape;624;p56"/>
          <p:cNvSpPr txBox="1"/>
          <p:nvPr/>
        </p:nvSpPr>
        <p:spPr>
          <a:xfrm>
            <a:off x="1400525" y="702425"/>
            <a:ext cx="7191300" cy="50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100" u="none" cap="none" strike="noStrike">
                <a:solidFill>
                  <a:srgbClr val="00205B"/>
                </a:solidFill>
                <a:latin typeface="Lexend"/>
                <a:ea typeface="Lexend"/>
                <a:cs typeface="Lexend"/>
                <a:sym typeface="Lexend"/>
              </a:rPr>
              <a:t>Mean Average Precision (mAP) </a:t>
            </a:r>
            <a:r>
              <a:rPr b="0" i="0" lang="en" sz="1100" u="none" cap="none" strike="noStrike">
                <a:solidFill>
                  <a:srgbClr val="00205B"/>
                </a:solidFill>
                <a:latin typeface="Lexend Light"/>
                <a:ea typeface="Lexend Light"/>
                <a:cs typeface="Lexend Light"/>
                <a:sym typeface="Lexend Light"/>
              </a:rPr>
              <a:t>- YOLO’s evaluation </a:t>
            </a:r>
            <a:r>
              <a:rPr b="1" i="0" lang="en" sz="1100" u="none" cap="none" strike="noStrike">
                <a:solidFill>
                  <a:srgbClr val="00205B"/>
                </a:solidFill>
                <a:latin typeface="Lexend"/>
                <a:ea typeface="Lexend"/>
                <a:cs typeface="Lexend"/>
                <a:sym typeface="Lexend"/>
              </a:rPr>
              <a:t>of average precision across all classes </a:t>
            </a:r>
            <a:endParaRPr b="1" i="0" sz="1100" u="none" cap="none" strike="noStrike">
              <a:solidFill>
                <a:srgbClr val="00205B"/>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500"/>
              <a:buFont typeface="Arial"/>
              <a:buNone/>
            </a:pPr>
            <a:r>
              <a:rPr b="1" i="0" lang="en" sz="1100" u="none" cap="none" strike="noStrike">
                <a:solidFill>
                  <a:srgbClr val="00205B"/>
                </a:solidFill>
                <a:latin typeface="Lexend"/>
                <a:ea typeface="Lexend"/>
                <a:cs typeface="Lexend"/>
                <a:sym typeface="Lexend"/>
              </a:rPr>
              <a:t>⇒ between </a:t>
            </a:r>
            <a:r>
              <a:rPr b="1" i="0" lang="en" sz="1100" u="none" cap="none" strike="noStrike">
                <a:solidFill>
                  <a:srgbClr val="C00000"/>
                </a:solidFill>
                <a:latin typeface="Lexend"/>
                <a:ea typeface="Lexend"/>
                <a:cs typeface="Lexend"/>
                <a:sym typeface="Lexend"/>
              </a:rPr>
              <a:t>0 (very bad overlap) </a:t>
            </a:r>
            <a:r>
              <a:rPr b="1" i="0" lang="en" sz="1100" u="none" cap="none" strike="noStrike">
                <a:solidFill>
                  <a:srgbClr val="00205B"/>
                </a:solidFill>
                <a:latin typeface="Lexend"/>
                <a:ea typeface="Lexend"/>
                <a:cs typeface="Lexend"/>
                <a:sym typeface="Lexend"/>
              </a:rPr>
              <a:t>and </a:t>
            </a:r>
            <a:r>
              <a:rPr b="1" i="0" lang="en" sz="1100" u="none" cap="none" strike="noStrike">
                <a:solidFill>
                  <a:srgbClr val="38761D"/>
                </a:solidFill>
                <a:latin typeface="Lexend"/>
                <a:ea typeface="Lexend"/>
                <a:cs typeface="Lexend"/>
                <a:sym typeface="Lexend"/>
              </a:rPr>
              <a:t>1 (perfect overlap)</a:t>
            </a:r>
            <a:endParaRPr b="1" i="0" sz="1100" u="none" cap="none" strike="noStrike">
              <a:solidFill>
                <a:srgbClr val="38761D"/>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mber_AB PPT Advanced Template">
  <a:themeElements>
    <a:clrScheme name="Airbus Colours">
      <a:dk1>
        <a:srgbClr val="000000"/>
      </a:dk1>
      <a:lt1>
        <a:srgbClr val="FFFFFF"/>
      </a:lt1>
      <a:dk2>
        <a:srgbClr val="00205B"/>
      </a:dk2>
      <a:lt2>
        <a:srgbClr val="005587"/>
      </a:lt2>
      <a:accent1>
        <a:srgbClr val="0085AD"/>
      </a:accent1>
      <a:accent2>
        <a:srgbClr val="859199"/>
      </a:accent2>
      <a:accent3>
        <a:srgbClr val="84BD00"/>
      </a:accent3>
      <a:accent4>
        <a:srgbClr val="E4002B"/>
      </a:accent4>
      <a:accent5>
        <a:srgbClr val="FE5000"/>
      </a:accent5>
      <a:accent6>
        <a:srgbClr val="A5189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